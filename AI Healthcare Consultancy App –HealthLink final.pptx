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73" r:id="rId9"/>
    <p:sldId id="266" r:id="rId10"/>
    <p:sldId id="270" r:id="rId11"/>
    <p:sldId id="272" r:id="rId12"/>
    <p:sldId id="263" r:id="rId13"/>
    <p:sldId id="271" r:id="rId14"/>
    <p:sldId id="274" r:id="rId15"/>
    <p:sldId id="275"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E91F20-21D5-4B67-89D9-0BE3C02BDF6C}" v="77" dt="2026-03-19T20:03:48.8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i Kumar" userId="21dd196b3b1e34d6" providerId="LiveId" clId="{5A0F6F70-1FAB-4FEB-86F3-9DA9FA14FB1F}"/>
    <pc:docChg chg="undo redo custSel addSld modSld sldOrd">
      <pc:chgData name="Rishi Kumar" userId="21dd196b3b1e34d6" providerId="LiveId" clId="{5A0F6F70-1FAB-4FEB-86F3-9DA9FA14FB1F}" dt="2026-03-19T20:05:23.759" v="585" actId="14100"/>
      <pc:docMkLst>
        <pc:docMk/>
      </pc:docMkLst>
      <pc:sldChg chg="modSp mod">
        <pc:chgData name="Rishi Kumar" userId="21dd196b3b1e34d6" providerId="LiveId" clId="{5A0F6F70-1FAB-4FEB-86F3-9DA9FA14FB1F}" dt="2026-03-19T18:17:38.020" v="37" actId="1038"/>
        <pc:sldMkLst>
          <pc:docMk/>
          <pc:sldMk cId="2291226993" sldId="258"/>
        </pc:sldMkLst>
        <pc:spChg chg="mod">
          <ac:chgData name="Rishi Kumar" userId="21dd196b3b1e34d6" providerId="LiveId" clId="{5A0F6F70-1FAB-4FEB-86F3-9DA9FA14FB1F}" dt="2026-03-19T18:17:38.020" v="37" actId="1038"/>
          <ac:spMkLst>
            <pc:docMk/>
            <pc:sldMk cId="2291226993" sldId="258"/>
            <ac:spMk id="7" creationId="{A78C910E-1017-AB5E-E773-32D1ACF67433}"/>
          </ac:spMkLst>
        </pc:spChg>
        <pc:graphicFrameChg chg="mod">
          <ac:chgData name="Rishi Kumar" userId="21dd196b3b1e34d6" providerId="LiveId" clId="{5A0F6F70-1FAB-4FEB-86F3-9DA9FA14FB1F}" dt="2026-03-19T18:17:16.825" v="36"/>
          <ac:graphicFrameMkLst>
            <pc:docMk/>
            <pc:sldMk cId="2291226993" sldId="258"/>
            <ac:graphicFrameMk id="59" creationId="{4F4B4D43-71BE-1100-44D3-DE7F87400411}"/>
          </ac:graphicFrameMkLst>
        </pc:graphicFrameChg>
      </pc:sldChg>
      <pc:sldChg chg="modSp mod">
        <pc:chgData name="Rishi Kumar" userId="21dd196b3b1e34d6" providerId="LiveId" clId="{5A0F6F70-1FAB-4FEB-86F3-9DA9FA14FB1F}" dt="2026-03-19T18:22:59.509" v="213" actId="14734"/>
        <pc:sldMkLst>
          <pc:docMk/>
          <pc:sldMk cId="2179978402" sldId="263"/>
        </pc:sldMkLst>
        <pc:graphicFrameChg chg="modGraphic">
          <ac:chgData name="Rishi Kumar" userId="21dd196b3b1e34d6" providerId="LiveId" clId="{5A0F6F70-1FAB-4FEB-86F3-9DA9FA14FB1F}" dt="2026-03-19T18:22:59.509" v="213" actId="14734"/>
          <ac:graphicFrameMkLst>
            <pc:docMk/>
            <pc:sldMk cId="2179978402" sldId="263"/>
            <ac:graphicFrameMk id="4" creationId="{DC576E16-0125-BC5C-1C54-BDB958DC88BB}"/>
          </ac:graphicFrameMkLst>
        </pc:graphicFrameChg>
      </pc:sldChg>
      <pc:sldChg chg="modSp mod">
        <pc:chgData name="Rishi Kumar" userId="21dd196b3b1e34d6" providerId="LiveId" clId="{5A0F6F70-1FAB-4FEB-86F3-9DA9FA14FB1F}" dt="2026-03-19T18:21:43.161" v="147" actId="123"/>
        <pc:sldMkLst>
          <pc:docMk/>
          <pc:sldMk cId="2382605902" sldId="266"/>
        </pc:sldMkLst>
        <pc:spChg chg="mod">
          <ac:chgData name="Rishi Kumar" userId="21dd196b3b1e34d6" providerId="LiveId" clId="{5A0F6F70-1FAB-4FEB-86F3-9DA9FA14FB1F}" dt="2026-03-19T18:21:43.161" v="147" actId="123"/>
          <ac:spMkLst>
            <pc:docMk/>
            <pc:sldMk cId="2382605902" sldId="266"/>
            <ac:spMk id="11" creationId="{EF839B7C-B8AB-60D6-F17B-A97E367561C8}"/>
          </ac:spMkLst>
        </pc:spChg>
        <pc:spChg chg="mod">
          <ac:chgData name="Rishi Kumar" userId="21dd196b3b1e34d6" providerId="LiveId" clId="{5A0F6F70-1FAB-4FEB-86F3-9DA9FA14FB1F}" dt="2026-03-19T18:21:43.161" v="147" actId="123"/>
          <ac:spMkLst>
            <pc:docMk/>
            <pc:sldMk cId="2382605902" sldId="266"/>
            <ac:spMk id="22" creationId="{E2986429-8B48-8C6B-F967-2B22F0290803}"/>
          </ac:spMkLst>
        </pc:spChg>
        <pc:spChg chg="mod">
          <ac:chgData name="Rishi Kumar" userId="21dd196b3b1e34d6" providerId="LiveId" clId="{5A0F6F70-1FAB-4FEB-86F3-9DA9FA14FB1F}" dt="2026-03-19T18:21:43.161" v="147" actId="123"/>
          <ac:spMkLst>
            <pc:docMk/>
            <pc:sldMk cId="2382605902" sldId="266"/>
            <ac:spMk id="23" creationId="{BCB78280-B88D-9B3A-6587-8719EB3B59D6}"/>
          </ac:spMkLst>
        </pc:spChg>
        <pc:spChg chg="mod">
          <ac:chgData name="Rishi Kumar" userId="21dd196b3b1e34d6" providerId="LiveId" clId="{5A0F6F70-1FAB-4FEB-86F3-9DA9FA14FB1F}" dt="2026-03-19T18:19:22.434" v="117" actId="1037"/>
          <ac:spMkLst>
            <pc:docMk/>
            <pc:sldMk cId="2382605902" sldId="266"/>
            <ac:spMk id="38" creationId="{226B0DD7-5793-F613-A9B9-FE3163CC13E2}"/>
          </ac:spMkLst>
        </pc:spChg>
        <pc:spChg chg="mod">
          <ac:chgData name="Rishi Kumar" userId="21dd196b3b1e34d6" providerId="LiveId" clId="{5A0F6F70-1FAB-4FEB-86F3-9DA9FA14FB1F}" dt="2026-03-19T18:21:43.161" v="147" actId="123"/>
          <ac:spMkLst>
            <pc:docMk/>
            <pc:sldMk cId="2382605902" sldId="266"/>
            <ac:spMk id="40" creationId="{7153667E-2E57-7B0D-EE01-0C56733984B8}"/>
          </ac:spMkLst>
        </pc:spChg>
        <pc:spChg chg="mod">
          <ac:chgData name="Rishi Kumar" userId="21dd196b3b1e34d6" providerId="LiveId" clId="{5A0F6F70-1FAB-4FEB-86F3-9DA9FA14FB1F}" dt="2026-03-19T18:21:43.161" v="147" actId="123"/>
          <ac:spMkLst>
            <pc:docMk/>
            <pc:sldMk cId="2382605902" sldId="266"/>
            <ac:spMk id="48" creationId="{45E7A385-EEA9-3245-4C3D-8E512E4439F3}"/>
          </ac:spMkLst>
        </pc:spChg>
        <pc:spChg chg="mod">
          <ac:chgData name="Rishi Kumar" userId="21dd196b3b1e34d6" providerId="LiveId" clId="{5A0F6F70-1FAB-4FEB-86F3-9DA9FA14FB1F}" dt="2026-03-19T18:21:04.107" v="140" actId="20577"/>
          <ac:spMkLst>
            <pc:docMk/>
            <pc:sldMk cId="2382605902" sldId="266"/>
            <ac:spMk id="51" creationId="{64EFCFF4-6188-E8DA-2352-EFBB925D7F4A}"/>
          </ac:spMkLst>
        </pc:spChg>
        <pc:spChg chg="mod">
          <ac:chgData name="Rishi Kumar" userId="21dd196b3b1e34d6" providerId="LiveId" clId="{5A0F6F70-1FAB-4FEB-86F3-9DA9FA14FB1F}" dt="2026-03-19T18:20:45.425" v="136" actId="1035"/>
          <ac:spMkLst>
            <pc:docMk/>
            <pc:sldMk cId="2382605902" sldId="266"/>
            <ac:spMk id="53" creationId="{902AAF34-4AAA-D573-3BD7-26FE69A93975}"/>
          </ac:spMkLst>
        </pc:spChg>
      </pc:sldChg>
      <pc:sldChg chg="modSp mod">
        <pc:chgData name="Rishi Kumar" userId="21dd196b3b1e34d6" providerId="LiveId" clId="{5A0F6F70-1FAB-4FEB-86F3-9DA9FA14FB1F}" dt="2026-03-19T18:25:16.459" v="225" actId="313"/>
        <pc:sldMkLst>
          <pc:docMk/>
          <pc:sldMk cId="801570607" sldId="270"/>
        </pc:sldMkLst>
        <pc:spChg chg="mod">
          <ac:chgData name="Rishi Kumar" userId="21dd196b3b1e34d6" providerId="LiveId" clId="{5A0F6F70-1FAB-4FEB-86F3-9DA9FA14FB1F}" dt="2026-03-19T18:22:38.886" v="212" actId="1037"/>
          <ac:spMkLst>
            <pc:docMk/>
            <pc:sldMk cId="801570607" sldId="270"/>
            <ac:spMk id="2" creationId="{9DB1BA9E-7A73-86F9-EED5-C94F9B33762A}"/>
          </ac:spMkLst>
        </pc:spChg>
        <pc:graphicFrameChg chg="mod modGraphic">
          <ac:chgData name="Rishi Kumar" userId="21dd196b3b1e34d6" providerId="LiveId" clId="{5A0F6F70-1FAB-4FEB-86F3-9DA9FA14FB1F}" dt="2026-03-19T18:25:16.459" v="225" actId="313"/>
          <ac:graphicFrameMkLst>
            <pc:docMk/>
            <pc:sldMk cId="801570607" sldId="270"/>
            <ac:graphicFrameMk id="4" creationId="{45C90D56-0D21-BA07-63D7-81F364EDB8C7}"/>
          </ac:graphicFrameMkLst>
        </pc:graphicFrameChg>
      </pc:sldChg>
      <pc:sldChg chg="modSp mod">
        <pc:chgData name="Rishi Kumar" userId="21dd196b3b1e34d6" providerId="LiveId" clId="{5A0F6F70-1FAB-4FEB-86F3-9DA9FA14FB1F}" dt="2026-03-19T20:05:00.886" v="582" actId="14734"/>
        <pc:sldMkLst>
          <pc:docMk/>
          <pc:sldMk cId="3020374852" sldId="271"/>
        </pc:sldMkLst>
        <pc:graphicFrameChg chg="modGraphic">
          <ac:chgData name="Rishi Kumar" userId="21dd196b3b1e34d6" providerId="LiveId" clId="{5A0F6F70-1FAB-4FEB-86F3-9DA9FA14FB1F}" dt="2026-03-19T20:05:00.886" v="582" actId="14734"/>
          <ac:graphicFrameMkLst>
            <pc:docMk/>
            <pc:sldMk cId="3020374852" sldId="271"/>
            <ac:graphicFrameMk id="4" creationId="{B8EDF7D1-F9CA-2550-C209-468937A67923}"/>
          </ac:graphicFrameMkLst>
        </pc:graphicFrameChg>
      </pc:sldChg>
      <pc:sldChg chg="modSp mod">
        <pc:chgData name="Rishi Kumar" userId="21dd196b3b1e34d6" providerId="LiveId" clId="{5A0F6F70-1FAB-4FEB-86F3-9DA9FA14FB1F}" dt="2026-03-19T20:05:23.759" v="585" actId="14100"/>
        <pc:sldMkLst>
          <pc:docMk/>
          <pc:sldMk cId="2504070371" sldId="272"/>
        </pc:sldMkLst>
        <pc:spChg chg="mod">
          <ac:chgData name="Rishi Kumar" userId="21dd196b3b1e34d6" providerId="LiveId" clId="{5A0F6F70-1FAB-4FEB-86F3-9DA9FA14FB1F}" dt="2026-03-19T18:23:09.713" v="215" actId="20577"/>
          <ac:spMkLst>
            <pc:docMk/>
            <pc:sldMk cId="2504070371" sldId="272"/>
            <ac:spMk id="2" creationId="{43550D24-A3B5-5A9B-31EC-3854BD4092FE}"/>
          </ac:spMkLst>
        </pc:spChg>
        <pc:graphicFrameChg chg="mod modGraphic">
          <ac:chgData name="Rishi Kumar" userId="21dd196b3b1e34d6" providerId="LiveId" clId="{5A0F6F70-1FAB-4FEB-86F3-9DA9FA14FB1F}" dt="2026-03-19T20:05:23.759" v="585" actId="14100"/>
          <ac:graphicFrameMkLst>
            <pc:docMk/>
            <pc:sldMk cId="2504070371" sldId="272"/>
            <ac:graphicFrameMk id="4" creationId="{BE1951C0-8AFF-0D6C-9C74-9F748BE2A170}"/>
          </ac:graphicFrameMkLst>
        </pc:graphicFrameChg>
      </pc:sldChg>
      <pc:sldChg chg="modSp add mod ord">
        <pc:chgData name="Rishi Kumar" userId="21dd196b3b1e34d6" providerId="LiveId" clId="{5A0F6F70-1FAB-4FEB-86F3-9DA9FA14FB1F}" dt="2026-03-19T19:10:07.294" v="321" actId="14100"/>
        <pc:sldMkLst>
          <pc:docMk/>
          <pc:sldMk cId="1772441045" sldId="274"/>
        </pc:sldMkLst>
        <pc:spChg chg="mod">
          <ac:chgData name="Rishi Kumar" userId="21dd196b3b1e34d6" providerId="LiveId" clId="{5A0F6F70-1FAB-4FEB-86F3-9DA9FA14FB1F}" dt="2026-03-19T19:07:02.373" v="297" actId="20577"/>
          <ac:spMkLst>
            <pc:docMk/>
            <pc:sldMk cId="1772441045" sldId="274"/>
            <ac:spMk id="2" creationId="{84E0DF28-E278-883E-B9F4-28D8AA910769}"/>
          </ac:spMkLst>
        </pc:spChg>
        <pc:graphicFrameChg chg="mod modGraphic">
          <ac:chgData name="Rishi Kumar" userId="21dd196b3b1e34d6" providerId="LiveId" clId="{5A0F6F70-1FAB-4FEB-86F3-9DA9FA14FB1F}" dt="2026-03-19T19:10:07.294" v="321" actId="14100"/>
          <ac:graphicFrameMkLst>
            <pc:docMk/>
            <pc:sldMk cId="1772441045" sldId="274"/>
            <ac:graphicFrameMk id="7" creationId="{55B90CB2-0F61-B1DE-95C5-871A4B6FD99B}"/>
          </ac:graphicFrameMkLst>
        </pc:graphicFrameChg>
      </pc:sldChg>
      <pc:sldChg chg="addSp delSp modSp add mod ord">
        <pc:chgData name="Rishi Kumar" userId="21dd196b3b1e34d6" providerId="LiveId" clId="{5A0F6F70-1FAB-4FEB-86F3-9DA9FA14FB1F}" dt="2026-03-19T19:59:40.234" v="534" actId="1036"/>
        <pc:sldMkLst>
          <pc:docMk/>
          <pc:sldMk cId="1265441208" sldId="275"/>
        </pc:sldMkLst>
        <pc:spChg chg="mod">
          <ac:chgData name="Rishi Kumar" userId="21dd196b3b1e34d6" providerId="LiveId" clId="{5A0F6F70-1FAB-4FEB-86F3-9DA9FA14FB1F}" dt="2026-03-19T19:57:55.895" v="519" actId="1037"/>
          <ac:spMkLst>
            <pc:docMk/>
            <pc:sldMk cId="1265441208" sldId="275"/>
            <ac:spMk id="2" creationId="{03075AAF-2ABE-8929-BBF2-3469973A4044}"/>
          </ac:spMkLst>
        </pc:spChg>
        <pc:spChg chg="add del mod">
          <ac:chgData name="Rishi Kumar" userId="21dd196b3b1e34d6" providerId="LiveId" clId="{5A0F6F70-1FAB-4FEB-86F3-9DA9FA14FB1F}" dt="2026-03-19T19:25:18.486" v="389" actId="3680"/>
          <ac:spMkLst>
            <pc:docMk/>
            <pc:sldMk cId="1265441208" sldId="275"/>
            <ac:spMk id="5" creationId="{07F2159B-64C2-1890-6FA2-D0F6981D1105}"/>
          </ac:spMkLst>
        </pc:spChg>
        <pc:spChg chg="add del mod">
          <ac:chgData name="Rishi Kumar" userId="21dd196b3b1e34d6" providerId="LiveId" clId="{5A0F6F70-1FAB-4FEB-86F3-9DA9FA14FB1F}" dt="2026-03-19T19:25:45.106" v="391" actId="3680"/>
          <ac:spMkLst>
            <pc:docMk/>
            <pc:sldMk cId="1265441208" sldId="275"/>
            <ac:spMk id="8" creationId="{ABEFA352-CE9B-5775-480C-3F2D1A96CE09}"/>
          </ac:spMkLst>
        </pc:spChg>
        <pc:spChg chg="add del mod">
          <ac:chgData name="Rishi Kumar" userId="21dd196b3b1e34d6" providerId="LiveId" clId="{5A0F6F70-1FAB-4FEB-86F3-9DA9FA14FB1F}" dt="2026-03-19T19:26:35.123" v="395" actId="3680"/>
          <ac:spMkLst>
            <pc:docMk/>
            <pc:sldMk cId="1265441208" sldId="275"/>
            <ac:spMk id="11" creationId="{DD4BB27D-4F4E-4A12-CD4A-43372581A39C}"/>
          </ac:spMkLst>
        </pc:spChg>
        <pc:spChg chg="add mod ord">
          <ac:chgData name="Rishi Kumar" userId="21dd196b3b1e34d6" providerId="LiveId" clId="{5A0F6F70-1FAB-4FEB-86F3-9DA9FA14FB1F}" dt="2026-03-19T19:58:46.753" v="522" actId="14100"/>
          <ac:spMkLst>
            <pc:docMk/>
            <pc:sldMk cId="1265441208" sldId="275"/>
            <ac:spMk id="13" creationId="{9E29747F-0228-D1B8-FF99-662127FD7CD0}"/>
          </ac:spMkLst>
        </pc:spChg>
        <pc:spChg chg="add mod ord">
          <ac:chgData name="Rishi Kumar" userId="21dd196b3b1e34d6" providerId="LiveId" clId="{5A0F6F70-1FAB-4FEB-86F3-9DA9FA14FB1F}" dt="2026-03-19T19:59:40.234" v="534" actId="1036"/>
          <ac:spMkLst>
            <pc:docMk/>
            <pc:sldMk cId="1265441208" sldId="275"/>
            <ac:spMk id="14" creationId="{AE7FFE25-8395-3713-400B-83B9CBFA912C}"/>
          </ac:spMkLst>
        </pc:spChg>
        <pc:graphicFrameChg chg="del mod modGraphic">
          <ac:chgData name="Rishi Kumar" userId="21dd196b3b1e34d6" providerId="LiveId" clId="{5A0F6F70-1FAB-4FEB-86F3-9DA9FA14FB1F}" dt="2026-03-19T19:22:48.305" v="388" actId="478"/>
          <ac:graphicFrameMkLst>
            <pc:docMk/>
            <pc:sldMk cId="1265441208" sldId="275"/>
            <ac:graphicFrameMk id="4" creationId="{FE27CDF4-EAAB-C508-9E33-6EAF9F8A9E08}"/>
          </ac:graphicFrameMkLst>
        </pc:graphicFrameChg>
        <pc:graphicFrameChg chg="add del mod ord modGraphic">
          <ac:chgData name="Rishi Kumar" userId="21dd196b3b1e34d6" providerId="LiveId" clId="{5A0F6F70-1FAB-4FEB-86F3-9DA9FA14FB1F}" dt="2026-03-19T19:25:31.201" v="390" actId="478"/>
          <ac:graphicFrameMkLst>
            <pc:docMk/>
            <pc:sldMk cId="1265441208" sldId="275"/>
            <ac:graphicFrameMk id="6" creationId="{1BB21361-8667-A7A6-0224-EC9CBA3F4D52}"/>
          </ac:graphicFrameMkLst>
        </pc:graphicFrameChg>
        <pc:graphicFrameChg chg="add del mod ord modGraphic">
          <ac:chgData name="Rishi Kumar" userId="21dd196b3b1e34d6" providerId="LiveId" clId="{5A0F6F70-1FAB-4FEB-86F3-9DA9FA14FB1F}" dt="2026-03-19T19:26:21.542" v="394" actId="478"/>
          <ac:graphicFrameMkLst>
            <pc:docMk/>
            <pc:sldMk cId="1265441208" sldId="275"/>
            <ac:graphicFrameMk id="9" creationId="{7F6F2673-3FA8-3B10-1E15-B6BE48180AFE}"/>
          </ac:graphicFrameMkLst>
        </pc:graphicFrameChg>
        <pc:graphicFrameChg chg="add mod ord modGraphic">
          <ac:chgData name="Rishi Kumar" userId="21dd196b3b1e34d6" providerId="LiveId" clId="{5A0F6F70-1FAB-4FEB-86F3-9DA9FA14FB1F}" dt="2026-03-19T19:56:32.429" v="497" actId="14100"/>
          <ac:graphicFrameMkLst>
            <pc:docMk/>
            <pc:sldMk cId="1265441208" sldId="275"/>
            <ac:graphicFrameMk id="12" creationId="{0E3EB894-4700-677F-D9DC-6192C51C266F}"/>
          </ac:graphicFrameMkLst>
        </pc:graphicFrameChg>
      </pc:sldChg>
      <pc:sldChg chg="addSp delSp modSp new mod">
        <pc:chgData name="Rishi Kumar" userId="21dd196b3b1e34d6" providerId="LiveId" clId="{5A0F6F70-1FAB-4FEB-86F3-9DA9FA14FB1F}" dt="2026-03-19T20:04:15.423" v="580" actId="14100"/>
        <pc:sldMkLst>
          <pc:docMk/>
          <pc:sldMk cId="2685272334" sldId="276"/>
        </pc:sldMkLst>
        <pc:spChg chg="mod">
          <ac:chgData name="Rishi Kumar" userId="21dd196b3b1e34d6" providerId="LiveId" clId="{5A0F6F70-1FAB-4FEB-86F3-9DA9FA14FB1F}" dt="2026-03-19T20:03:18.262" v="549" actId="2711"/>
          <ac:spMkLst>
            <pc:docMk/>
            <pc:sldMk cId="2685272334" sldId="276"/>
            <ac:spMk id="2" creationId="{B5ABEE58-18C9-8825-5DFC-1B66F5B8A269}"/>
          </ac:spMkLst>
        </pc:spChg>
        <pc:spChg chg="del">
          <ac:chgData name="Rishi Kumar" userId="21dd196b3b1e34d6" providerId="LiveId" clId="{5A0F6F70-1FAB-4FEB-86F3-9DA9FA14FB1F}" dt="2026-03-19T20:01:59.171" v="536" actId="478"/>
          <ac:spMkLst>
            <pc:docMk/>
            <pc:sldMk cId="2685272334" sldId="276"/>
            <ac:spMk id="3" creationId="{CD0F124C-FA67-F9DC-4D72-7FDC086158F8}"/>
          </ac:spMkLst>
        </pc:spChg>
        <pc:spChg chg="add mod">
          <ac:chgData name="Rishi Kumar" userId="21dd196b3b1e34d6" providerId="LiveId" clId="{5A0F6F70-1FAB-4FEB-86F3-9DA9FA14FB1F}" dt="2026-03-19T20:03:44.136" v="551" actId="14100"/>
          <ac:spMkLst>
            <pc:docMk/>
            <pc:sldMk cId="2685272334" sldId="276"/>
            <ac:spMk id="4" creationId="{6B81A366-9A3E-DF1B-8699-FB738DD5D55B}"/>
          </ac:spMkLst>
        </pc:spChg>
        <pc:spChg chg="add mod">
          <ac:chgData name="Rishi Kumar" userId="21dd196b3b1e34d6" providerId="LiveId" clId="{5A0F6F70-1FAB-4FEB-86F3-9DA9FA14FB1F}" dt="2026-03-19T20:04:15.423" v="580" actId="14100"/>
          <ac:spMkLst>
            <pc:docMk/>
            <pc:sldMk cId="2685272334" sldId="276"/>
            <ac:spMk id="5" creationId="{A4886833-A5A3-A6F8-8C68-62F286A7151B}"/>
          </ac:spMkLst>
        </pc:sp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C475DB-5919-4333-99A6-AB4F7707AD1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F9B2B72-1001-494E-88A9-F100A269A56A}">
      <dgm:prSet custT="1"/>
      <dgm:spPr/>
      <dgm:t>
        <a:bodyPr/>
        <a:lstStyle/>
        <a:p>
          <a:r>
            <a:rPr lang="en-GB" sz="1800" dirty="0"/>
            <a:t>Faster emergency response</a:t>
          </a:r>
          <a:endParaRPr lang="en-US" sz="1800" dirty="0"/>
        </a:p>
      </dgm:t>
    </dgm:pt>
    <dgm:pt modelId="{48E2B045-9FED-4B87-B821-3C76F54DF61D}" type="parTrans" cxnId="{3934385E-3E10-4D58-8B5B-A0A1D436EF46}">
      <dgm:prSet/>
      <dgm:spPr/>
      <dgm:t>
        <a:bodyPr/>
        <a:lstStyle/>
        <a:p>
          <a:endParaRPr lang="en-US"/>
        </a:p>
      </dgm:t>
    </dgm:pt>
    <dgm:pt modelId="{412604CA-4D62-4884-948F-00953D309F5C}" type="sibTrans" cxnId="{3934385E-3E10-4D58-8B5B-A0A1D436EF46}">
      <dgm:prSet/>
      <dgm:spPr/>
      <dgm:t>
        <a:bodyPr/>
        <a:lstStyle/>
        <a:p>
          <a:endParaRPr lang="en-US"/>
        </a:p>
      </dgm:t>
    </dgm:pt>
    <dgm:pt modelId="{F85A34DE-ABF7-4442-851B-5DA74FD785DF}">
      <dgm:prSet custT="1"/>
      <dgm:spPr/>
      <dgm:t>
        <a:bodyPr/>
        <a:lstStyle/>
        <a:p>
          <a:r>
            <a:rPr lang="en-GB" sz="1800" dirty="0"/>
            <a:t>Smart AI-based symptom analysis</a:t>
          </a:r>
          <a:endParaRPr lang="en-US" sz="1800" dirty="0"/>
        </a:p>
      </dgm:t>
    </dgm:pt>
    <dgm:pt modelId="{73AC777F-D6D0-442A-AEE9-C5A590F6196A}" type="parTrans" cxnId="{0BB7958A-463A-4D6E-BBF2-5BC6C8EBA2EB}">
      <dgm:prSet/>
      <dgm:spPr/>
      <dgm:t>
        <a:bodyPr/>
        <a:lstStyle/>
        <a:p>
          <a:endParaRPr lang="en-US"/>
        </a:p>
      </dgm:t>
    </dgm:pt>
    <dgm:pt modelId="{81DE6715-7D32-4840-A67A-175E817596E5}" type="sibTrans" cxnId="{0BB7958A-463A-4D6E-BBF2-5BC6C8EBA2EB}">
      <dgm:prSet/>
      <dgm:spPr/>
      <dgm:t>
        <a:bodyPr/>
        <a:lstStyle/>
        <a:p>
          <a:endParaRPr lang="en-US"/>
        </a:p>
      </dgm:t>
    </dgm:pt>
    <dgm:pt modelId="{93FE30C7-0DBE-49BE-A9D1-E7DD97B844B7}">
      <dgm:prSet custT="1"/>
      <dgm:spPr/>
      <dgm:t>
        <a:bodyPr/>
        <a:lstStyle/>
        <a:p>
          <a:r>
            <a:rPr lang="en-GB" sz="1800"/>
            <a:t>Medicine availability tracking</a:t>
          </a:r>
          <a:endParaRPr lang="en-US" sz="1800"/>
        </a:p>
      </dgm:t>
    </dgm:pt>
    <dgm:pt modelId="{D9735FA4-AC8D-4361-9E96-4C93E68EB51A}" type="parTrans" cxnId="{58C5C086-E88E-470E-9E84-D71A15E11675}">
      <dgm:prSet/>
      <dgm:spPr/>
      <dgm:t>
        <a:bodyPr/>
        <a:lstStyle/>
        <a:p>
          <a:endParaRPr lang="en-US"/>
        </a:p>
      </dgm:t>
    </dgm:pt>
    <dgm:pt modelId="{E528A8C1-9C51-407F-9E73-5F0A8FFA6517}" type="sibTrans" cxnId="{58C5C086-E88E-470E-9E84-D71A15E11675}">
      <dgm:prSet/>
      <dgm:spPr/>
      <dgm:t>
        <a:bodyPr/>
        <a:lstStyle/>
        <a:p>
          <a:endParaRPr lang="en-US"/>
        </a:p>
      </dgm:t>
    </dgm:pt>
    <dgm:pt modelId="{090E2549-F2C8-4066-AA9F-3DDEAF1DF1E1}">
      <dgm:prSet custT="1"/>
      <dgm:spPr/>
      <dgm:t>
        <a:bodyPr/>
        <a:lstStyle/>
        <a:p>
          <a:r>
            <a:rPr lang="en-GB" sz="1800"/>
            <a:t>Secure patient data sharing</a:t>
          </a:r>
          <a:endParaRPr lang="en-US" sz="1800"/>
        </a:p>
      </dgm:t>
    </dgm:pt>
    <dgm:pt modelId="{9072D05D-5745-4C53-BA61-3083560F497C}" type="parTrans" cxnId="{368CA05C-A7FB-432B-8471-48209665797C}">
      <dgm:prSet/>
      <dgm:spPr/>
      <dgm:t>
        <a:bodyPr/>
        <a:lstStyle/>
        <a:p>
          <a:endParaRPr lang="en-US"/>
        </a:p>
      </dgm:t>
    </dgm:pt>
    <dgm:pt modelId="{64E4BF24-2298-4D12-86FC-7BE9EB810019}" type="sibTrans" cxnId="{368CA05C-A7FB-432B-8471-48209665797C}">
      <dgm:prSet/>
      <dgm:spPr/>
      <dgm:t>
        <a:bodyPr/>
        <a:lstStyle/>
        <a:p>
          <a:endParaRPr lang="en-US"/>
        </a:p>
      </dgm:t>
    </dgm:pt>
    <dgm:pt modelId="{928F1253-C29D-446B-ABAF-1C3EA2FDD3C2}" type="pres">
      <dgm:prSet presAssocID="{C2C475DB-5919-4333-99A6-AB4F7707AD19}" presName="linear" presStyleCnt="0">
        <dgm:presLayoutVars>
          <dgm:animLvl val="lvl"/>
          <dgm:resizeHandles val="exact"/>
        </dgm:presLayoutVars>
      </dgm:prSet>
      <dgm:spPr/>
    </dgm:pt>
    <dgm:pt modelId="{CD89AA47-7E50-45FE-9F6A-95155A8C7107}" type="pres">
      <dgm:prSet presAssocID="{7F9B2B72-1001-494E-88A9-F100A269A56A}" presName="parentText" presStyleLbl="node1" presStyleIdx="0" presStyleCnt="4">
        <dgm:presLayoutVars>
          <dgm:chMax val="0"/>
          <dgm:bulletEnabled val="1"/>
        </dgm:presLayoutVars>
      </dgm:prSet>
      <dgm:spPr/>
    </dgm:pt>
    <dgm:pt modelId="{04F1CF39-171F-4295-A8DE-6F667DB4EB06}" type="pres">
      <dgm:prSet presAssocID="{412604CA-4D62-4884-948F-00953D309F5C}" presName="spacer" presStyleCnt="0"/>
      <dgm:spPr/>
    </dgm:pt>
    <dgm:pt modelId="{7A8BBF18-B16C-4F6E-BA8C-40C5E0D97481}" type="pres">
      <dgm:prSet presAssocID="{F85A34DE-ABF7-4442-851B-5DA74FD785DF}" presName="parentText" presStyleLbl="node1" presStyleIdx="1" presStyleCnt="4">
        <dgm:presLayoutVars>
          <dgm:chMax val="0"/>
          <dgm:bulletEnabled val="1"/>
        </dgm:presLayoutVars>
      </dgm:prSet>
      <dgm:spPr/>
    </dgm:pt>
    <dgm:pt modelId="{340BD391-6A2C-4050-A949-148A2EF72E34}" type="pres">
      <dgm:prSet presAssocID="{81DE6715-7D32-4840-A67A-175E817596E5}" presName="spacer" presStyleCnt="0"/>
      <dgm:spPr/>
    </dgm:pt>
    <dgm:pt modelId="{3E5EE79E-D10E-4588-99A3-3034A6AE1F90}" type="pres">
      <dgm:prSet presAssocID="{93FE30C7-0DBE-49BE-A9D1-E7DD97B844B7}" presName="parentText" presStyleLbl="node1" presStyleIdx="2" presStyleCnt="4">
        <dgm:presLayoutVars>
          <dgm:chMax val="0"/>
          <dgm:bulletEnabled val="1"/>
        </dgm:presLayoutVars>
      </dgm:prSet>
      <dgm:spPr/>
    </dgm:pt>
    <dgm:pt modelId="{8DB31521-68C1-4F66-BA21-FC9851862FF5}" type="pres">
      <dgm:prSet presAssocID="{E528A8C1-9C51-407F-9E73-5F0A8FFA6517}" presName="spacer" presStyleCnt="0"/>
      <dgm:spPr/>
    </dgm:pt>
    <dgm:pt modelId="{009235FA-0E82-422D-90F0-23ECB2030004}" type="pres">
      <dgm:prSet presAssocID="{090E2549-F2C8-4066-AA9F-3DDEAF1DF1E1}" presName="parentText" presStyleLbl="node1" presStyleIdx="3" presStyleCnt="4">
        <dgm:presLayoutVars>
          <dgm:chMax val="0"/>
          <dgm:bulletEnabled val="1"/>
        </dgm:presLayoutVars>
      </dgm:prSet>
      <dgm:spPr/>
    </dgm:pt>
  </dgm:ptLst>
  <dgm:cxnLst>
    <dgm:cxn modelId="{7579D502-4320-4B69-8FFA-3559A63A9A29}" type="presOf" srcId="{7F9B2B72-1001-494E-88A9-F100A269A56A}" destId="{CD89AA47-7E50-45FE-9F6A-95155A8C7107}" srcOrd="0" destOrd="0" presId="urn:microsoft.com/office/officeart/2005/8/layout/vList2"/>
    <dgm:cxn modelId="{7B6F3B25-C4CA-4B36-84AE-607D287F7C99}" type="presOf" srcId="{93FE30C7-0DBE-49BE-A9D1-E7DD97B844B7}" destId="{3E5EE79E-D10E-4588-99A3-3034A6AE1F90}" srcOrd="0" destOrd="0" presId="urn:microsoft.com/office/officeart/2005/8/layout/vList2"/>
    <dgm:cxn modelId="{368CA05C-A7FB-432B-8471-48209665797C}" srcId="{C2C475DB-5919-4333-99A6-AB4F7707AD19}" destId="{090E2549-F2C8-4066-AA9F-3DDEAF1DF1E1}" srcOrd="3" destOrd="0" parTransId="{9072D05D-5745-4C53-BA61-3083560F497C}" sibTransId="{64E4BF24-2298-4D12-86FC-7BE9EB810019}"/>
    <dgm:cxn modelId="{3934385E-3E10-4D58-8B5B-A0A1D436EF46}" srcId="{C2C475DB-5919-4333-99A6-AB4F7707AD19}" destId="{7F9B2B72-1001-494E-88A9-F100A269A56A}" srcOrd="0" destOrd="0" parTransId="{48E2B045-9FED-4B87-B821-3C76F54DF61D}" sibTransId="{412604CA-4D62-4884-948F-00953D309F5C}"/>
    <dgm:cxn modelId="{0366C04A-717A-482C-B6FA-6A001CD880A2}" type="presOf" srcId="{C2C475DB-5919-4333-99A6-AB4F7707AD19}" destId="{928F1253-C29D-446B-ABAF-1C3EA2FDD3C2}" srcOrd="0" destOrd="0" presId="urn:microsoft.com/office/officeart/2005/8/layout/vList2"/>
    <dgm:cxn modelId="{18C5C06B-5C3F-43D9-9379-DF237CF59F1A}" type="presOf" srcId="{F85A34DE-ABF7-4442-851B-5DA74FD785DF}" destId="{7A8BBF18-B16C-4F6E-BA8C-40C5E0D97481}" srcOrd="0" destOrd="0" presId="urn:microsoft.com/office/officeart/2005/8/layout/vList2"/>
    <dgm:cxn modelId="{58C5C086-E88E-470E-9E84-D71A15E11675}" srcId="{C2C475DB-5919-4333-99A6-AB4F7707AD19}" destId="{93FE30C7-0DBE-49BE-A9D1-E7DD97B844B7}" srcOrd="2" destOrd="0" parTransId="{D9735FA4-AC8D-4361-9E96-4C93E68EB51A}" sibTransId="{E528A8C1-9C51-407F-9E73-5F0A8FFA6517}"/>
    <dgm:cxn modelId="{0BB7958A-463A-4D6E-BBF2-5BC6C8EBA2EB}" srcId="{C2C475DB-5919-4333-99A6-AB4F7707AD19}" destId="{F85A34DE-ABF7-4442-851B-5DA74FD785DF}" srcOrd="1" destOrd="0" parTransId="{73AC777F-D6D0-442A-AEE9-C5A590F6196A}" sibTransId="{81DE6715-7D32-4840-A67A-175E817596E5}"/>
    <dgm:cxn modelId="{08435BEC-DA6B-4485-8449-553F293C32A2}" type="presOf" srcId="{090E2549-F2C8-4066-AA9F-3DDEAF1DF1E1}" destId="{009235FA-0E82-422D-90F0-23ECB2030004}" srcOrd="0" destOrd="0" presId="urn:microsoft.com/office/officeart/2005/8/layout/vList2"/>
    <dgm:cxn modelId="{F3952E89-00D7-46F1-A011-C049F2933DCA}" type="presParOf" srcId="{928F1253-C29D-446B-ABAF-1C3EA2FDD3C2}" destId="{CD89AA47-7E50-45FE-9F6A-95155A8C7107}" srcOrd="0" destOrd="0" presId="urn:microsoft.com/office/officeart/2005/8/layout/vList2"/>
    <dgm:cxn modelId="{B63677DF-97FA-42D0-A9FC-1CCBF7279626}" type="presParOf" srcId="{928F1253-C29D-446B-ABAF-1C3EA2FDD3C2}" destId="{04F1CF39-171F-4295-A8DE-6F667DB4EB06}" srcOrd="1" destOrd="0" presId="urn:microsoft.com/office/officeart/2005/8/layout/vList2"/>
    <dgm:cxn modelId="{A26EE50D-D119-4983-8790-8DF2ED8C8FA3}" type="presParOf" srcId="{928F1253-C29D-446B-ABAF-1C3EA2FDD3C2}" destId="{7A8BBF18-B16C-4F6E-BA8C-40C5E0D97481}" srcOrd="2" destOrd="0" presId="urn:microsoft.com/office/officeart/2005/8/layout/vList2"/>
    <dgm:cxn modelId="{28B1E78E-505A-46E6-8E9C-469B67D49EC8}" type="presParOf" srcId="{928F1253-C29D-446B-ABAF-1C3EA2FDD3C2}" destId="{340BD391-6A2C-4050-A949-148A2EF72E34}" srcOrd="3" destOrd="0" presId="urn:microsoft.com/office/officeart/2005/8/layout/vList2"/>
    <dgm:cxn modelId="{7969ECB2-B3EA-4238-B5BB-3F1BEEB6554A}" type="presParOf" srcId="{928F1253-C29D-446B-ABAF-1C3EA2FDD3C2}" destId="{3E5EE79E-D10E-4588-99A3-3034A6AE1F90}" srcOrd="4" destOrd="0" presId="urn:microsoft.com/office/officeart/2005/8/layout/vList2"/>
    <dgm:cxn modelId="{40B6842D-04E4-4C54-ACB9-2DCB9CF0D0A0}" type="presParOf" srcId="{928F1253-C29D-446B-ABAF-1C3EA2FDD3C2}" destId="{8DB31521-68C1-4F66-BA21-FC9851862FF5}" srcOrd="5" destOrd="0" presId="urn:microsoft.com/office/officeart/2005/8/layout/vList2"/>
    <dgm:cxn modelId="{55763D74-1751-4032-B53C-8CA98721C653}" type="presParOf" srcId="{928F1253-C29D-446B-ABAF-1C3EA2FDD3C2}" destId="{009235FA-0E82-422D-90F0-23ECB203000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577B1B-BB8D-460E-9317-E3C59FE767E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903C909-7C7D-4F88-AFAD-2D71A7E7FFEE}">
      <dgm:prSet/>
      <dgm:spPr/>
      <dgm:t>
        <a:bodyPr/>
        <a:lstStyle/>
        <a:p>
          <a:pPr>
            <a:lnSpc>
              <a:spcPct val="100000"/>
            </a:lnSpc>
          </a:pPr>
          <a:r>
            <a:rPr lang="en-GB" dirty="0"/>
            <a:t>To develop an integrated AI-based healthcare platform that:</a:t>
          </a:r>
          <a:endParaRPr lang="en-US" dirty="0"/>
        </a:p>
      </dgm:t>
    </dgm:pt>
    <dgm:pt modelId="{C7C50F38-D84B-4CA2-9E5E-2D3CBA01EFA0}" type="parTrans" cxnId="{7846C799-70B3-411D-BFB4-174BEC0E46F6}">
      <dgm:prSet/>
      <dgm:spPr/>
      <dgm:t>
        <a:bodyPr/>
        <a:lstStyle/>
        <a:p>
          <a:endParaRPr lang="en-US"/>
        </a:p>
      </dgm:t>
    </dgm:pt>
    <dgm:pt modelId="{8B8D807F-5FAC-46B1-9C7C-FEE604667A75}" type="sibTrans" cxnId="{7846C799-70B3-411D-BFB4-174BEC0E46F6}">
      <dgm:prSet/>
      <dgm:spPr/>
      <dgm:t>
        <a:bodyPr/>
        <a:lstStyle/>
        <a:p>
          <a:endParaRPr lang="en-US"/>
        </a:p>
      </dgm:t>
    </dgm:pt>
    <dgm:pt modelId="{030D498E-8C7A-4716-B4E8-1F733B778D9D}">
      <dgm:prSet/>
      <dgm:spPr/>
      <dgm:t>
        <a:bodyPr/>
        <a:lstStyle/>
        <a:p>
          <a:pPr>
            <a:lnSpc>
              <a:spcPct val="100000"/>
            </a:lnSpc>
          </a:pPr>
          <a:r>
            <a:rPr lang="en-GB"/>
            <a:t>Reduces emergency response time</a:t>
          </a:r>
          <a:endParaRPr lang="en-US"/>
        </a:p>
      </dgm:t>
    </dgm:pt>
    <dgm:pt modelId="{E61A8167-759F-4BB3-BE5A-85BDA22F8560}" type="parTrans" cxnId="{10D96C06-C648-4A90-9615-FF0846D6BBEE}">
      <dgm:prSet/>
      <dgm:spPr/>
      <dgm:t>
        <a:bodyPr/>
        <a:lstStyle/>
        <a:p>
          <a:endParaRPr lang="en-US"/>
        </a:p>
      </dgm:t>
    </dgm:pt>
    <dgm:pt modelId="{D2F71D54-17C8-422B-A344-5E708C4DBB85}" type="sibTrans" cxnId="{10D96C06-C648-4A90-9615-FF0846D6BBEE}">
      <dgm:prSet/>
      <dgm:spPr/>
      <dgm:t>
        <a:bodyPr/>
        <a:lstStyle/>
        <a:p>
          <a:endParaRPr lang="en-US"/>
        </a:p>
      </dgm:t>
    </dgm:pt>
    <dgm:pt modelId="{8312A40D-C38F-4EBF-B9FB-55E01CA620CD}">
      <dgm:prSet/>
      <dgm:spPr/>
      <dgm:t>
        <a:bodyPr/>
        <a:lstStyle/>
        <a:p>
          <a:pPr>
            <a:lnSpc>
              <a:spcPct val="100000"/>
            </a:lnSpc>
          </a:pPr>
          <a:r>
            <a:rPr lang="en-GB"/>
            <a:t>Connects patients, clinics, and pharmacies</a:t>
          </a:r>
          <a:endParaRPr lang="en-US"/>
        </a:p>
      </dgm:t>
    </dgm:pt>
    <dgm:pt modelId="{EB08EA9A-DC60-45C1-AE34-EB9ECFC5A81A}" type="parTrans" cxnId="{F5DF43DB-2FE1-42E9-B2C9-D4592346A249}">
      <dgm:prSet/>
      <dgm:spPr/>
      <dgm:t>
        <a:bodyPr/>
        <a:lstStyle/>
        <a:p>
          <a:endParaRPr lang="en-US"/>
        </a:p>
      </dgm:t>
    </dgm:pt>
    <dgm:pt modelId="{B7A6309A-6DDA-41DE-A7B0-F1D802CCE3DA}" type="sibTrans" cxnId="{F5DF43DB-2FE1-42E9-B2C9-D4592346A249}">
      <dgm:prSet/>
      <dgm:spPr/>
      <dgm:t>
        <a:bodyPr/>
        <a:lstStyle/>
        <a:p>
          <a:endParaRPr lang="en-US"/>
        </a:p>
      </dgm:t>
    </dgm:pt>
    <dgm:pt modelId="{C359F811-860C-4270-8968-799E9721946F}">
      <dgm:prSet/>
      <dgm:spPr/>
      <dgm:t>
        <a:bodyPr/>
        <a:lstStyle/>
        <a:p>
          <a:pPr>
            <a:lnSpc>
              <a:spcPct val="100000"/>
            </a:lnSpc>
          </a:pPr>
          <a:r>
            <a:rPr lang="en-GB"/>
            <a:t>Provides AI-powered symptom analysis</a:t>
          </a:r>
          <a:endParaRPr lang="en-US"/>
        </a:p>
      </dgm:t>
    </dgm:pt>
    <dgm:pt modelId="{E9788875-96A3-4330-8555-6DCB6332B858}" type="parTrans" cxnId="{1FDDD397-DF81-46F8-9F57-AD37CF772F70}">
      <dgm:prSet/>
      <dgm:spPr/>
      <dgm:t>
        <a:bodyPr/>
        <a:lstStyle/>
        <a:p>
          <a:endParaRPr lang="en-US"/>
        </a:p>
      </dgm:t>
    </dgm:pt>
    <dgm:pt modelId="{39511777-2537-47BC-85BA-CD4AC66CC8C8}" type="sibTrans" cxnId="{1FDDD397-DF81-46F8-9F57-AD37CF772F70}">
      <dgm:prSet/>
      <dgm:spPr/>
      <dgm:t>
        <a:bodyPr/>
        <a:lstStyle/>
        <a:p>
          <a:endParaRPr lang="en-US"/>
        </a:p>
      </dgm:t>
    </dgm:pt>
    <dgm:pt modelId="{EC78C885-AE36-4797-8444-6B0E0FEDC7A9}">
      <dgm:prSet/>
      <dgm:spPr/>
      <dgm:t>
        <a:bodyPr/>
        <a:lstStyle/>
        <a:p>
          <a:pPr>
            <a:lnSpc>
              <a:spcPct val="100000"/>
            </a:lnSpc>
          </a:pPr>
          <a:r>
            <a:rPr lang="en-GB"/>
            <a:t>Ensures secure and consent-based data access</a:t>
          </a:r>
          <a:endParaRPr lang="en-US"/>
        </a:p>
      </dgm:t>
    </dgm:pt>
    <dgm:pt modelId="{557509BC-88C3-422E-A609-728475DEEF8A}" type="parTrans" cxnId="{D7F2E6D5-026F-48B8-9710-B900548EF6DF}">
      <dgm:prSet/>
      <dgm:spPr/>
      <dgm:t>
        <a:bodyPr/>
        <a:lstStyle/>
        <a:p>
          <a:endParaRPr lang="en-US"/>
        </a:p>
      </dgm:t>
    </dgm:pt>
    <dgm:pt modelId="{F0B44442-8211-4C0D-87E5-7988DD57E264}" type="sibTrans" cxnId="{D7F2E6D5-026F-48B8-9710-B900548EF6DF}">
      <dgm:prSet/>
      <dgm:spPr/>
      <dgm:t>
        <a:bodyPr/>
        <a:lstStyle/>
        <a:p>
          <a:endParaRPr lang="en-US"/>
        </a:p>
      </dgm:t>
    </dgm:pt>
    <dgm:pt modelId="{A50106FE-57EE-48A9-8EE5-504ADE145C74}" type="pres">
      <dgm:prSet presAssocID="{D4577B1B-BB8D-460E-9317-E3C59FE767EA}" presName="root" presStyleCnt="0">
        <dgm:presLayoutVars>
          <dgm:dir/>
          <dgm:resizeHandles val="exact"/>
        </dgm:presLayoutVars>
      </dgm:prSet>
      <dgm:spPr/>
    </dgm:pt>
    <dgm:pt modelId="{5E029D2D-173F-4EB7-9DBF-F30153A62845}" type="pres">
      <dgm:prSet presAssocID="{F903C909-7C7D-4F88-AFAD-2D71A7E7FFEE}" presName="compNode" presStyleCnt="0"/>
      <dgm:spPr/>
    </dgm:pt>
    <dgm:pt modelId="{370E5773-985C-42A6-AC89-F1D5314C3402}" type="pres">
      <dgm:prSet presAssocID="{F903C909-7C7D-4F88-AFAD-2D71A7E7FFEE}" presName="bgRect" presStyleLbl="bgShp" presStyleIdx="0" presStyleCnt="5"/>
      <dgm:spPr/>
    </dgm:pt>
    <dgm:pt modelId="{B05D7F1A-5FD9-4696-9EFC-CE65883C0810}" type="pres">
      <dgm:prSet presAssocID="{F903C909-7C7D-4F88-AFAD-2D71A7E7FFE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AE7DF29D-F5A3-45D2-A8F3-997FF3FEDF65}" type="pres">
      <dgm:prSet presAssocID="{F903C909-7C7D-4F88-AFAD-2D71A7E7FFEE}" presName="spaceRect" presStyleCnt="0"/>
      <dgm:spPr/>
    </dgm:pt>
    <dgm:pt modelId="{014738B7-4BDD-4AF6-99E9-86B80F538E7B}" type="pres">
      <dgm:prSet presAssocID="{F903C909-7C7D-4F88-AFAD-2D71A7E7FFEE}" presName="parTx" presStyleLbl="revTx" presStyleIdx="0" presStyleCnt="5">
        <dgm:presLayoutVars>
          <dgm:chMax val="0"/>
          <dgm:chPref val="0"/>
        </dgm:presLayoutVars>
      </dgm:prSet>
      <dgm:spPr/>
    </dgm:pt>
    <dgm:pt modelId="{5509C4E8-7F20-4AE6-992C-BC499F0C52E5}" type="pres">
      <dgm:prSet presAssocID="{8B8D807F-5FAC-46B1-9C7C-FEE604667A75}" presName="sibTrans" presStyleCnt="0"/>
      <dgm:spPr/>
    </dgm:pt>
    <dgm:pt modelId="{6A3C5B6D-F142-4BF9-9BA3-18356BC1A286}" type="pres">
      <dgm:prSet presAssocID="{030D498E-8C7A-4716-B4E8-1F733B778D9D}" presName="compNode" presStyleCnt="0"/>
      <dgm:spPr/>
    </dgm:pt>
    <dgm:pt modelId="{27C8F7A6-3EA2-47FC-B11D-B78FB01E5518}" type="pres">
      <dgm:prSet presAssocID="{030D498E-8C7A-4716-B4E8-1F733B778D9D}" presName="bgRect" presStyleLbl="bgShp" presStyleIdx="1" presStyleCnt="5"/>
      <dgm:spPr/>
    </dgm:pt>
    <dgm:pt modelId="{84544A92-6854-4173-8A4E-1BE2E5E809F1}" type="pres">
      <dgm:prSet presAssocID="{030D498E-8C7A-4716-B4E8-1F733B778D9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opwatch"/>
        </a:ext>
      </dgm:extLst>
    </dgm:pt>
    <dgm:pt modelId="{5ACAF2A9-B1FB-4747-86C8-B5FE2E84A8FA}" type="pres">
      <dgm:prSet presAssocID="{030D498E-8C7A-4716-B4E8-1F733B778D9D}" presName="spaceRect" presStyleCnt="0"/>
      <dgm:spPr/>
    </dgm:pt>
    <dgm:pt modelId="{7611E3EA-DAA7-404B-81B3-66D9F6CC4F78}" type="pres">
      <dgm:prSet presAssocID="{030D498E-8C7A-4716-B4E8-1F733B778D9D}" presName="parTx" presStyleLbl="revTx" presStyleIdx="1" presStyleCnt="5">
        <dgm:presLayoutVars>
          <dgm:chMax val="0"/>
          <dgm:chPref val="0"/>
        </dgm:presLayoutVars>
      </dgm:prSet>
      <dgm:spPr/>
    </dgm:pt>
    <dgm:pt modelId="{5F755B24-F45C-47DE-88EC-5E5B6695134B}" type="pres">
      <dgm:prSet presAssocID="{D2F71D54-17C8-422B-A344-5E708C4DBB85}" presName="sibTrans" presStyleCnt="0"/>
      <dgm:spPr/>
    </dgm:pt>
    <dgm:pt modelId="{1B8F1854-3F1C-47AC-B634-6BB1AA3EE003}" type="pres">
      <dgm:prSet presAssocID="{8312A40D-C38F-4EBF-B9FB-55E01CA620CD}" presName="compNode" presStyleCnt="0"/>
      <dgm:spPr/>
    </dgm:pt>
    <dgm:pt modelId="{95C5AA25-D8C3-4A5D-A058-6448C7CD8AAE}" type="pres">
      <dgm:prSet presAssocID="{8312A40D-C38F-4EBF-B9FB-55E01CA620CD}" presName="bgRect" presStyleLbl="bgShp" presStyleIdx="2" presStyleCnt="5"/>
      <dgm:spPr/>
    </dgm:pt>
    <dgm:pt modelId="{1801F1DB-AFA4-47F5-BEAE-F9AA872A014D}" type="pres">
      <dgm:prSet presAssocID="{8312A40D-C38F-4EBF-B9FB-55E01CA620C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dicine"/>
        </a:ext>
      </dgm:extLst>
    </dgm:pt>
    <dgm:pt modelId="{8171DFF9-07D1-40A8-961C-54804CFC4B05}" type="pres">
      <dgm:prSet presAssocID="{8312A40D-C38F-4EBF-B9FB-55E01CA620CD}" presName="spaceRect" presStyleCnt="0"/>
      <dgm:spPr/>
    </dgm:pt>
    <dgm:pt modelId="{68767245-3BB5-457D-B395-DC4B08E603C3}" type="pres">
      <dgm:prSet presAssocID="{8312A40D-C38F-4EBF-B9FB-55E01CA620CD}" presName="parTx" presStyleLbl="revTx" presStyleIdx="2" presStyleCnt="5">
        <dgm:presLayoutVars>
          <dgm:chMax val="0"/>
          <dgm:chPref val="0"/>
        </dgm:presLayoutVars>
      </dgm:prSet>
      <dgm:spPr/>
    </dgm:pt>
    <dgm:pt modelId="{D424D197-6D36-4E97-A2DC-87815EB83D60}" type="pres">
      <dgm:prSet presAssocID="{B7A6309A-6DDA-41DE-A7B0-F1D802CCE3DA}" presName="sibTrans" presStyleCnt="0"/>
      <dgm:spPr/>
    </dgm:pt>
    <dgm:pt modelId="{5D3F6E9F-4596-446A-8B80-2C126755A863}" type="pres">
      <dgm:prSet presAssocID="{C359F811-860C-4270-8968-799E9721946F}" presName="compNode" presStyleCnt="0"/>
      <dgm:spPr/>
    </dgm:pt>
    <dgm:pt modelId="{5236E7AE-1834-4BB2-BA69-CB9AE0B7F7C4}" type="pres">
      <dgm:prSet presAssocID="{C359F811-860C-4270-8968-799E9721946F}" presName="bgRect" presStyleLbl="bgShp" presStyleIdx="3" presStyleCnt="5"/>
      <dgm:spPr/>
    </dgm:pt>
    <dgm:pt modelId="{415E9753-B77B-436F-AFA9-7B6631246759}" type="pres">
      <dgm:prSet presAssocID="{C359F811-860C-4270-8968-799E972194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rain in head"/>
        </a:ext>
      </dgm:extLst>
    </dgm:pt>
    <dgm:pt modelId="{DD57B74D-5DC8-435B-A276-1BEB74D21377}" type="pres">
      <dgm:prSet presAssocID="{C359F811-860C-4270-8968-799E9721946F}" presName="spaceRect" presStyleCnt="0"/>
      <dgm:spPr/>
    </dgm:pt>
    <dgm:pt modelId="{5D3D2DD8-718D-4B1E-9024-DCB4809DA4C2}" type="pres">
      <dgm:prSet presAssocID="{C359F811-860C-4270-8968-799E9721946F}" presName="parTx" presStyleLbl="revTx" presStyleIdx="3" presStyleCnt="5">
        <dgm:presLayoutVars>
          <dgm:chMax val="0"/>
          <dgm:chPref val="0"/>
        </dgm:presLayoutVars>
      </dgm:prSet>
      <dgm:spPr/>
    </dgm:pt>
    <dgm:pt modelId="{7882BA4F-632F-4ACE-8AC1-EA7292717EEF}" type="pres">
      <dgm:prSet presAssocID="{39511777-2537-47BC-85BA-CD4AC66CC8C8}" presName="sibTrans" presStyleCnt="0"/>
      <dgm:spPr/>
    </dgm:pt>
    <dgm:pt modelId="{DC055F8E-E2AD-41D5-918B-C33D327C7BE2}" type="pres">
      <dgm:prSet presAssocID="{EC78C885-AE36-4797-8444-6B0E0FEDC7A9}" presName="compNode" presStyleCnt="0"/>
      <dgm:spPr/>
    </dgm:pt>
    <dgm:pt modelId="{8CB5F6C0-AE49-443E-9B87-24EB9717FF4E}" type="pres">
      <dgm:prSet presAssocID="{EC78C885-AE36-4797-8444-6B0E0FEDC7A9}" presName="bgRect" presStyleLbl="bgShp" presStyleIdx="4" presStyleCnt="5"/>
      <dgm:spPr/>
    </dgm:pt>
    <dgm:pt modelId="{618BA8AE-5954-4326-AF1B-7B2CF4DC17DF}" type="pres">
      <dgm:prSet presAssocID="{EC78C885-AE36-4797-8444-6B0E0FEDC7A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Lock"/>
        </a:ext>
      </dgm:extLst>
    </dgm:pt>
    <dgm:pt modelId="{8BBE0652-D297-4645-AE1B-0EC5DE1AF178}" type="pres">
      <dgm:prSet presAssocID="{EC78C885-AE36-4797-8444-6B0E0FEDC7A9}" presName="spaceRect" presStyleCnt="0"/>
      <dgm:spPr/>
    </dgm:pt>
    <dgm:pt modelId="{02978A8C-C7BF-4999-B547-09C0D92BB2FF}" type="pres">
      <dgm:prSet presAssocID="{EC78C885-AE36-4797-8444-6B0E0FEDC7A9}" presName="parTx" presStyleLbl="revTx" presStyleIdx="4" presStyleCnt="5">
        <dgm:presLayoutVars>
          <dgm:chMax val="0"/>
          <dgm:chPref val="0"/>
        </dgm:presLayoutVars>
      </dgm:prSet>
      <dgm:spPr/>
    </dgm:pt>
  </dgm:ptLst>
  <dgm:cxnLst>
    <dgm:cxn modelId="{D860CF01-31BF-4443-9A88-22AFAB91BEFF}" type="presOf" srcId="{D4577B1B-BB8D-460E-9317-E3C59FE767EA}" destId="{A50106FE-57EE-48A9-8EE5-504ADE145C74}" srcOrd="0" destOrd="0" presId="urn:microsoft.com/office/officeart/2018/2/layout/IconVerticalSolidList"/>
    <dgm:cxn modelId="{10D96C06-C648-4A90-9615-FF0846D6BBEE}" srcId="{D4577B1B-BB8D-460E-9317-E3C59FE767EA}" destId="{030D498E-8C7A-4716-B4E8-1F733B778D9D}" srcOrd="1" destOrd="0" parTransId="{E61A8167-759F-4BB3-BE5A-85BDA22F8560}" sibTransId="{D2F71D54-17C8-422B-A344-5E708C4DBB85}"/>
    <dgm:cxn modelId="{C2177022-E2AC-456E-ADF9-9EF736F935E0}" type="presOf" srcId="{F903C909-7C7D-4F88-AFAD-2D71A7E7FFEE}" destId="{014738B7-4BDD-4AF6-99E9-86B80F538E7B}" srcOrd="0" destOrd="0" presId="urn:microsoft.com/office/officeart/2018/2/layout/IconVerticalSolidList"/>
    <dgm:cxn modelId="{FE882B7A-31AE-4645-96E9-1A3623584E5B}" type="presOf" srcId="{EC78C885-AE36-4797-8444-6B0E0FEDC7A9}" destId="{02978A8C-C7BF-4999-B547-09C0D92BB2FF}" srcOrd="0" destOrd="0" presId="urn:microsoft.com/office/officeart/2018/2/layout/IconVerticalSolidList"/>
    <dgm:cxn modelId="{0239097F-D5E1-4CCB-B1A6-98F4801DA7A2}" type="presOf" srcId="{030D498E-8C7A-4716-B4E8-1F733B778D9D}" destId="{7611E3EA-DAA7-404B-81B3-66D9F6CC4F78}" srcOrd="0" destOrd="0" presId="urn:microsoft.com/office/officeart/2018/2/layout/IconVerticalSolidList"/>
    <dgm:cxn modelId="{1FDDD397-DF81-46F8-9F57-AD37CF772F70}" srcId="{D4577B1B-BB8D-460E-9317-E3C59FE767EA}" destId="{C359F811-860C-4270-8968-799E9721946F}" srcOrd="3" destOrd="0" parTransId="{E9788875-96A3-4330-8555-6DCB6332B858}" sibTransId="{39511777-2537-47BC-85BA-CD4AC66CC8C8}"/>
    <dgm:cxn modelId="{7846C799-70B3-411D-BFB4-174BEC0E46F6}" srcId="{D4577B1B-BB8D-460E-9317-E3C59FE767EA}" destId="{F903C909-7C7D-4F88-AFAD-2D71A7E7FFEE}" srcOrd="0" destOrd="0" parTransId="{C7C50F38-D84B-4CA2-9E5E-2D3CBA01EFA0}" sibTransId="{8B8D807F-5FAC-46B1-9C7C-FEE604667A75}"/>
    <dgm:cxn modelId="{D7F2E6D5-026F-48B8-9710-B900548EF6DF}" srcId="{D4577B1B-BB8D-460E-9317-E3C59FE767EA}" destId="{EC78C885-AE36-4797-8444-6B0E0FEDC7A9}" srcOrd="4" destOrd="0" parTransId="{557509BC-88C3-422E-A609-728475DEEF8A}" sibTransId="{F0B44442-8211-4C0D-87E5-7988DD57E264}"/>
    <dgm:cxn modelId="{F5DF43DB-2FE1-42E9-B2C9-D4592346A249}" srcId="{D4577B1B-BB8D-460E-9317-E3C59FE767EA}" destId="{8312A40D-C38F-4EBF-B9FB-55E01CA620CD}" srcOrd="2" destOrd="0" parTransId="{EB08EA9A-DC60-45C1-AE34-EB9ECFC5A81A}" sibTransId="{B7A6309A-6DDA-41DE-A7B0-F1D802CCE3DA}"/>
    <dgm:cxn modelId="{112991E9-4C7B-4AFE-BA4E-C6D4A9BA5316}" type="presOf" srcId="{8312A40D-C38F-4EBF-B9FB-55E01CA620CD}" destId="{68767245-3BB5-457D-B395-DC4B08E603C3}" srcOrd="0" destOrd="0" presId="urn:microsoft.com/office/officeart/2018/2/layout/IconVerticalSolidList"/>
    <dgm:cxn modelId="{B13D06F8-1797-4E5D-B02E-008213645FEE}" type="presOf" srcId="{C359F811-860C-4270-8968-799E9721946F}" destId="{5D3D2DD8-718D-4B1E-9024-DCB4809DA4C2}" srcOrd="0" destOrd="0" presId="urn:microsoft.com/office/officeart/2018/2/layout/IconVerticalSolidList"/>
    <dgm:cxn modelId="{289637E3-67D2-4951-9EE3-83832FECEB34}" type="presParOf" srcId="{A50106FE-57EE-48A9-8EE5-504ADE145C74}" destId="{5E029D2D-173F-4EB7-9DBF-F30153A62845}" srcOrd="0" destOrd="0" presId="urn:microsoft.com/office/officeart/2018/2/layout/IconVerticalSolidList"/>
    <dgm:cxn modelId="{E2621B95-232B-4E64-B20E-BD53E81FBCE3}" type="presParOf" srcId="{5E029D2D-173F-4EB7-9DBF-F30153A62845}" destId="{370E5773-985C-42A6-AC89-F1D5314C3402}" srcOrd="0" destOrd="0" presId="urn:microsoft.com/office/officeart/2018/2/layout/IconVerticalSolidList"/>
    <dgm:cxn modelId="{655B0F07-67BA-43F2-AD9F-295E125BE881}" type="presParOf" srcId="{5E029D2D-173F-4EB7-9DBF-F30153A62845}" destId="{B05D7F1A-5FD9-4696-9EFC-CE65883C0810}" srcOrd="1" destOrd="0" presId="urn:microsoft.com/office/officeart/2018/2/layout/IconVerticalSolidList"/>
    <dgm:cxn modelId="{946B3FE7-E7E8-449A-A3E0-92A1DAE7CC9F}" type="presParOf" srcId="{5E029D2D-173F-4EB7-9DBF-F30153A62845}" destId="{AE7DF29D-F5A3-45D2-A8F3-997FF3FEDF65}" srcOrd="2" destOrd="0" presId="urn:microsoft.com/office/officeart/2018/2/layout/IconVerticalSolidList"/>
    <dgm:cxn modelId="{1E3D1D11-9A19-43CD-876C-674A7ED80701}" type="presParOf" srcId="{5E029D2D-173F-4EB7-9DBF-F30153A62845}" destId="{014738B7-4BDD-4AF6-99E9-86B80F538E7B}" srcOrd="3" destOrd="0" presId="urn:microsoft.com/office/officeart/2018/2/layout/IconVerticalSolidList"/>
    <dgm:cxn modelId="{78024B5A-988B-4D40-8FAD-7620C0590274}" type="presParOf" srcId="{A50106FE-57EE-48A9-8EE5-504ADE145C74}" destId="{5509C4E8-7F20-4AE6-992C-BC499F0C52E5}" srcOrd="1" destOrd="0" presId="urn:microsoft.com/office/officeart/2018/2/layout/IconVerticalSolidList"/>
    <dgm:cxn modelId="{3781E64C-2F21-4F3F-915E-5BCF646B2C43}" type="presParOf" srcId="{A50106FE-57EE-48A9-8EE5-504ADE145C74}" destId="{6A3C5B6D-F142-4BF9-9BA3-18356BC1A286}" srcOrd="2" destOrd="0" presId="urn:microsoft.com/office/officeart/2018/2/layout/IconVerticalSolidList"/>
    <dgm:cxn modelId="{3DA992B3-256D-419A-B7D0-5341378E95D3}" type="presParOf" srcId="{6A3C5B6D-F142-4BF9-9BA3-18356BC1A286}" destId="{27C8F7A6-3EA2-47FC-B11D-B78FB01E5518}" srcOrd="0" destOrd="0" presId="urn:microsoft.com/office/officeart/2018/2/layout/IconVerticalSolidList"/>
    <dgm:cxn modelId="{2B070D2F-69F7-451C-AE51-4F91A469D8A0}" type="presParOf" srcId="{6A3C5B6D-F142-4BF9-9BA3-18356BC1A286}" destId="{84544A92-6854-4173-8A4E-1BE2E5E809F1}" srcOrd="1" destOrd="0" presId="urn:microsoft.com/office/officeart/2018/2/layout/IconVerticalSolidList"/>
    <dgm:cxn modelId="{0535024F-9846-424B-AD68-4FA0742A5B57}" type="presParOf" srcId="{6A3C5B6D-F142-4BF9-9BA3-18356BC1A286}" destId="{5ACAF2A9-B1FB-4747-86C8-B5FE2E84A8FA}" srcOrd="2" destOrd="0" presId="urn:microsoft.com/office/officeart/2018/2/layout/IconVerticalSolidList"/>
    <dgm:cxn modelId="{BEAFED67-205F-4051-BC51-E439898A90AA}" type="presParOf" srcId="{6A3C5B6D-F142-4BF9-9BA3-18356BC1A286}" destId="{7611E3EA-DAA7-404B-81B3-66D9F6CC4F78}" srcOrd="3" destOrd="0" presId="urn:microsoft.com/office/officeart/2018/2/layout/IconVerticalSolidList"/>
    <dgm:cxn modelId="{BE554969-20B2-4683-8B72-189049EEAF62}" type="presParOf" srcId="{A50106FE-57EE-48A9-8EE5-504ADE145C74}" destId="{5F755B24-F45C-47DE-88EC-5E5B6695134B}" srcOrd="3" destOrd="0" presId="urn:microsoft.com/office/officeart/2018/2/layout/IconVerticalSolidList"/>
    <dgm:cxn modelId="{75CF0E34-B085-4CE6-BD9E-43EF9B080ED3}" type="presParOf" srcId="{A50106FE-57EE-48A9-8EE5-504ADE145C74}" destId="{1B8F1854-3F1C-47AC-B634-6BB1AA3EE003}" srcOrd="4" destOrd="0" presId="urn:microsoft.com/office/officeart/2018/2/layout/IconVerticalSolidList"/>
    <dgm:cxn modelId="{42E272F2-E8A7-4CD0-AD2B-304532E1D4A1}" type="presParOf" srcId="{1B8F1854-3F1C-47AC-B634-6BB1AA3EE003}" destId="{95C5AA25-D8C3-4A5D-A058-6448C7CD8AAE}" srcOrd="0" destOrd="0" presId="urn:microsoft.com/office/officeart/2018/2/layout/IconVerticalSolidList"/>
    <dgm:cxn modelId="{78AADE54-EF28-4336-A4E4-42F5B8D17217}" type="presParOf" srcId="{1B8F1854-3F1C-47AC-B634-6BB1AA3EE003}" destId="{1801F1DB-AFA4-47F5-BEAE-F9AA872A014D}" srcOrd="1" destOrd="0" presId="urn:microsoft.com/office/officeart/2018/2/layout/IconVerticalSolidList"/>
    <dgm:cxn modelId="{AE9FA7A5-1D35-4266-A0AB-CF2A1B0AA917}" type="presParOf" srcId="{1B8F1854-3F1C-47AC-B634-6BB1AA3EE003}" destId="{8171DFF9-07D1-40A8-961C-54804CFC4B05}" srcOrd="2" destOrd="0" presId="urn:microsoft.com/office/officeart/2018/2/layout/IconVerticalSolidList"/>
    <dgm:cxn modelId="{69C8ADEF-3423-489D-BA4B-A23C1FB9EB34}" type="presParOf" srcId="{1B8F1854-3F1C-47AC-B634-6BB1AA3EE003}" destId="{68767245-3BB5-457D-B395-DC4B08E603C3}" srcOrd="3" destOrd="0" presId="urn:microsoft.com/office/officeart/2018/2/layout/IconVerticalSolidList"/>
    <dgm:cxn modelId="{F7B50F93-A9A2-470C-BA43-0C5458A5287F}" type="presParOf" srcId="{A50106FE-57EE-48A9-8EE5-504ADE145C74}" destId="{D424D197-6D36-4E97-A2DC-87815EB83D60}" srcOrd="5" destOrd="0" presId="urn:microsoft.com/office/officeart/2018/2/layout/IconVerticalSolidList"/>
    <dgm:cxn modelId="{CFA80997-DC61-4C89-80FF-718BB66475B4}" type="presParOf" srcId="{A50106FE-57EE-48A9-8EE5-504ADE145C74}" destId="{5D3F6E9F-4596-446A-8B80-2C126755A863}" srcOrd="6" destOrd="0" presId="urn:microsoft.com/office/officeart/2018/2/layout/IconVerticalSolidList"/>
    <dgm:cxn modelId="{46AF1174-1AAB-46AB-A82D-15960B7C2463}" type="presParOf" srcId="{5D3F6E9F-4596-446A-8B80-2C126755A863}" destId="{5236E7AE-1834-4BB2-BA69-CB9AE0B7F7C4}" srcOrd="0" destOrd="0" presId="urn:microsoft.com/office/officeart/2018/2/layout/IconVerticalSolidList"/>
    <dgm:cxn modelId="{1F1926FD-C099-4C96-B9AC-0A299D414408}" type="presParOf" srcId="{5D3F6E9F-4596-446A-8B80-2C126755A863}" destId="{415E9753-B77B-436F-AFA9-7B6631246759}" srcOrd="1" destOrd="0" presId="urn:microsoft.com/office/officeart/2018/2/layout/IconVerticalSolidList"/>
    <dgm:cxn modelId="{8718EF0E-3842-4C62-B5A0-75632151D985}" type="presParOf" srcId="{5D3F6E9F-4596-446A-8B80-2C126755A863}" destId="{DD57B74D-5DC8-435B-A276-1BEB74D21377}" srcOrd="2" destOrd="0" presId="urn:microsoft.com/office/officeart/2018/2/layout/IconVerticalSolidList"/>
    <dgm:cxn modelId="{4AF563C2-FD19-4BF1-A860-89A8AE3625D6}" type="presParOf" srcId="{5D3F6E9F-4596-446A-8B80-2C126755A863}" destId="{5D3D2DD8-718D-4B1E-9024-DCB4809DA4C2}" srcOrd="3" destOrd="0" presId="urn:microsoft.com/office/officeart/2018/2/layout/IconVerticalSolidList"/>
    <dgm:cxn modelId="{33A39064-596F-4684-897C-8B14BFDCEB3E}" type="presParOf" srcId="{A50106FE-57EE-48A9-8EE5-504ADE145C74}" destId="{7882BA4F-632F-4ACE-8AC1-EA7292717EEF}" srcOrd="7" destOrd="0" presId="urn:microsoft.com/office/officeart/2018/2/layout/IconVerticalSolidList"/>
    <dgm:cxn modelId="{AAE8C6A1-A1D4-4DEB-8346-C71C6A6977F9}" type="presParOf" srcId="{A50106FE-57EE-48A9-8EE5-504ADE145C74}" destId="{DC055F8E-E2AD-41D5-918B-C33D327C7BE2}" srcOrd="8" destOrd="0" presId="urn:microsoft.com/office/officeart/2018/2/layout/IconVerticalSolidList"/>
    <dgm:cxn modelId="{F5075B75-62A5-4255-8A33-C589689625D6}" type="presParOf" srcId="{DC055F8E-E2AD-41D5-918B-C33D327C7BE2}" destId="{8CB5F6C0-AE49-443E-9B87-24EB9717FF4E}" srcOrd="0" destOrd="0" presId="urn:microsoft.com/office/officeart/2018/2/layout/IconVerticalSolidList"/>
    <dgm:cxn modelId="{47783FE3-FACD-49B3-8176-575D41B75DA6}" type="presParOf" srcId="{DC055F8E-E2AD-41D5-918B-C33D327C7BE2}" destId="{618BA8AE-5954-4326-AF1B-7B2CF4DC17DF}" srcOrd="1" destOrd="0" presId="urn:microsoft.com/office/officeart/2018/2/layout/IconVerticalSolidList"/>
    <dgm:cxn modelId="{4AC72156-B23A-4F67-8828-D9EBE1817E48}" type="presParOf" srcId="{DC055F8E-E2AD-41D5-918B-C33D327C7BE2}" destId="{8BBE0652-D297-4645-AE1B-0EC5DE1AF178}" srcOrd="2" destOrd="0" presId="urn:microsoft.com/office/officeart/2018/2/layout/IconVerticalSolidList"/>
    <dgm:cxn modelId="{E3CB8466-EC60-46F5-8DFA-0B25C9EC084B}" type="presParOf" srcId="{DC055F8E-E2AD-41D5-918B-C33D327C7BE2}" destId="{02978A8C-C7BF-4999-B547-09C0D92BB2F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80609F-F504-44D7-9ECE-B51773E9830D}" type="doc">
      <dgm:prSet loTypeId="urn:microsoft.com/office/officeart/2016/7/layout/VerticalSolidActionList" loCatId="List" qsTypeId="urn:microsoft.com/office/officeart/2005/8/quickstyle/simple1" qsCatId="simple" csTypeId="urn:microsoft.com/office/officeart/2005/8/colors/accent1_2" csCatId="accent1"/>
      <dgm:spPr/>
      <dgm:t>
        <a:bodyPr/>
        <a:lstStyle/>
        <a:p>
          <a:endParaRPr lang="en-US"/>
        </a:p>
      </dgm:t>
    </dgm:pt>
    <dgm:pt modelId="{D26B49F6-431B-400E-B387-A4BFDE05F0CF}">
      <dgm:prSet/>
      <dgm:spPr/>
      <dgm:t>
        <a:bodyPr/>
        <a:lstStyle/>
        <a:p>
          <a:r>
            <a:rPr lang="en-US"/>
            <a:t>Develop</a:t>
          </a:r>
        </a:p>
      </dgm:t>
    </dgm:pt>
    <dgm:pt modelId="{F0FE630F-DC80-4C8C-8D02-AF3C8E5F6C5C}" type="parTrans" cxnId="{5F5F7AE5-5465-45CB-94FF-219B51937F27}">
      <dgm:prSet/>
      <dgm:spPr/>
      <dgm:t>
        <a:bodyPr/>
        <a:lstStyle/>
        <a:p>
          <a:endParaRPr lang="en-US"/>
        </a:p>
      </dgm:t>
    </dgm:pt>
    <dgm:pt modelId="{6A318447-400D-4C71-9E8B-C409EEDF5815}" type="sibTrans" cxnId="{5F5F7AE5-5465-45CB-94FF-219B51937F27}">
      <dgm:prSet/>
      <dgm:spPr/>
      <dgm:t>
        <a:bodyPr/>
        <a:lstStyle/>
        <a:p>
          <a:endParaRPr lang="en-US"/>
        </a:p>
      </dgm:t>
    </dgm:pt>
    <dgm:pt modelId="{EFDBC773-FB65-4EE1-A0FF-4B37B8CEA6A6}">
      <dgm:prSet/>
      <dgm:spPr/>
      <dgm:t>
        <a:bodyPr/>
        <a:lstStyle/>
        <a:p>
          <a:r>
            <a:rPr lang="en-US"/>
            <a:t>Develop SOS-based emergency alert system</a:t>
          </a:r>
        </a:p>
      </dgm:t>
    </dgm:pt>
    <dgm:pt modelId="{09B896A2-510D-43E1-920F-DB2F9DB04BA8}" type="parTrans" cxnId="{67E1548F-509C-4B2E-AF17-CF7EEEA0B18C}">
      <dgm:prSet/>
      <dgm:spPr/>
      <dgm:t>
        <a:bodyPr/>
        <a:lstStyle/>
        <a:p>
          <a:endParaRPr lang="en-US"/>
        </a:p>
      </dgm:t>
    </dgm:pt>
    <dgm:pt modelId="{FBD41EB2-796F-4A7E-A3FA-BB8BFF07B1B7}" type="sibTrans" cxnId="{67E1548F-509C-4B2E-AF17-CF7EEEA0B18C}">
      <dgm:prSet/>
      <dgm:spPr/>
      <dgm:t>
        <a:bodyPr/>
        <a:lstStyle/>
        <a:p>
          <a:endParaRPr lang="en-US"/>
        </a:p>
      </dgm:t>
    </dgm:pt>
    <dgm:pt modelId="{3FA64231-95C3-402C-A2FD-E09B8EB814B4}">
      <dgm:prSet/>
      <dgm:spPr/>
      <dgm:t>
        <a:bodyPr/>
        <a:lstStyle/>
        <a:p>
          <a:r>
            <a:rPr lang="en-US" dirty="0"/>
            <a:t>Implement</a:t>
          </a:r>
        </a:p>
      </dgm:t>
    </dgm:pt>
    <dgm:pt modelId="{4328830A-8C1A-4EB2-A0EC-AC25625D996B}" type="parTrans" cxnId="{BE0DFEC9-8E8D-441C-9288-BD07684D7626}">
      <dgm:prSet/>
      <dgm:spPr/>
      <dgm:t>
        <a:bodyPr/>
        <a:lstStyle/>
        <a:p>
          <a:endParaRPr lang="en-US"/>
        </a:p>
      </dgm:t>
    </dgm:pt>
    <dgm:pt modelId="{01A3153A-AC21-498A-9CFC-B5A9311FD31B}" type="sibTrans" cxnId="{BE0DFEC9-8E8D-441C-9288-BD07684D7626}">
      <dgm:prSet/>
      <dgm:spPr/>
      <dgm:t>
        <a:bodyPr/>
        <a:lstStyle/>
        <a:p>
          <a:endParaRPr lang="en-US"/>
        </a:p>
      </dgm:t>
    </dgm:pt>
    <dgm:pt modelId="{4212663B-B9A8-48EA-9145-75C6D5A12CAD}">
      <dgm:prSet/>
      <dgm:spPr/>
      <dgm:t>
        <a:bodyPr/>
        <a:lstStyle/>
        <a:p>
          <a:r>
            <a:rPr lang="en-US"/>
            <a:t>Implement AI symptom checker</a:t>
          </a:r>
        </a:p>
      </dgm:t>
    </dgm:pt>
    <dgm:pt modelId="{DC7A815F-E4C7-4CB5-AC46-421A88A12F05}" type="parTrans" cxnId="{DA9880AA-DEE8-4B06-8031-6E8B6A697BC2}">
      <dgm:prSet/>
      <dgm:spPr/>
      <dgm:t>
        <a:bodyPr/>
        <a:lstStyle/>
        <a:p>
          <a:endParaRPr lang="en-US"/>
        </a:p>
      </dgm:t>
    </dgm:pt>
    <dgm:pt modelId="{FE5B8030-12DD-4A12-8BE1-C9FAEA68E92E}" type="sibTrans" cxnId="{DA9880AA-DEE8-4B06-8031-6E8B6A697BC2}">
      <dgm:prSet/>
      <dgm:spPr/>
      <dgm:t>
        <a:bodyPr/>
        <a:lstStyle/>
        <a:p>
          <a:endParaRPr lang="en-US"/>
        </a:p>
      </dgm:t>
    </dgm:pt>
    <dgm:pt modelId="{8EDC5C6A-4F2F-4BC3-8180-681EDFE816B5}">
      <dgm:prSet/>
      <dgm:spPr/>
      <dgm:t>
        <a:bodyPr/>
        <a:lstStyle/>
        <a:p>
          <a:r>
            <a:rPr lang="en-US"/>
            <a:t>Enable</a:t>
          </a:r>
        </a:p>
      </dgm:t>
    </dgm:pt>
    <dgm:pt modelId="{6BB9A373-1133-4C0A-A9A3-06A8598F64CB}" type="parTrans" cxnId="{8D2D18C8-C346-4328-A85B-2B12095D0F1A}">
      <dgm:prSet/>
      <dgm:spPr/>
      <dgm:t>
        <a:bodyPr/>
        <a:lstStyle/>
        <a:p>
          <a:endParaRPr lang="en-US"/>
        </a:p>
      </dgm:t>
    </dgm:pt>
    <dgm:pt modelId="{09BB0D0F-53DF-4D36-A0B5-4BE7CBEE7732}" type="sibTrans" cxnId="{8D2D18C8-C346-4328-A85B-2B12095D0F1A}">
      <dgm:prSet/>
      <dgm:spPr/>
      <dgm:t>
        <a:bodyPr/>
        <a:lstStyle/>
        <a:p>
          <a:endParaRPr lang="en-US"/>
        </a:p>
      </dgm:t>
    </dgm:pt>
    <dgm:pt modelId="{EE221E46-3F40-42AD-B937-BBB2D158D9FE}">
      <dgm:prSet/>
      <dgm:spPr/>
      <dgm:t>
        <a:bodyPr/>
        <a:lstStyle/>
        <a:p>
          <a:r>
            <a:rPr lang="en-US" dirty="0"/>
            <a:t>Enable real-time clinic &amp; pharmacy connectivity</a:t>
          </a:r>
        </a:p>
      </dgm:t>
    </dgm:pt>
    <dgm:pt modelId="{33170956-A7A0-4EC4-9603-EF7947E20E7E}" type="parTrans" cxnId="{1A5C4E65-8803-4C8A-B769-A87BBB9A1729}">
      <dgm:prSet/>
      <dgm:spPr/>
      <dgm:t>
        <a:bodyPr/>
        <a:lstStyle/>
        <a:p>
          <a:endParaRPr lang="en-US"/>
        </a:p>
      </dgm:t>
    </dgm:pt>
    <dgm:pt modelId="{EEACDF2A-D754-48A9-BAFB-F9A37481AF70}" type="sibTrans" cxnId="{1A5C4E65-8803-4C8A-B769-A87BBB9A1729}">
      <dgm:prSet/>
      <dgm:spPr/>
      <dgm:t>
        <a:bodyPr/>
        <a:lstStyle/>
        <a:p>
          <a:endParaRPr lang="en-US"/>
        </a:p>
      </dgm:t>
    </dgm:pt>
    <dgm:pt modelId="{9092BA7C-048E-40B0-874B-E61AB2E2328A}">
      <dgm:prSet/>
      <dgm:spPr/>
      <dgm:t>
        <a:bodyPr/>
        <a:lstStyle/>
        <a:p>
          <a:r>
            <a:rPr lang="en-US"/>
            <a:t>Provide</a:t>
          </a:r>
        </a:p>
      </dgm:t>
    </dgm:pt>
    <dgm:pt modelId="{B02F4E83-2659-4472-BC5D-5062DD01ADEF}" type="parTrans" cxnId="{6CF15DEA-9A0D-49A5-A9E0-E37564C019AD}">
      <dgm:prSet/>
      <dgm:spPr/>
      <dgm:t>
        <a:bodyPr/>
        <a:lstStyle/>
        <a:p>
          <a:endParaRPr lang="en-US"/>
        </a:p>
      </dgm:t>
    </dgm:pt>
    <dgm:pt modelId="{7BD02F36-D22A-4280-AA2E-ADB3157061D3}" type="sibTrans" cxnId="{6CF15DEA-9A0D-49A5-A9E0-E37564C019AD}">
      <dgm:prSet/>
      <dgm:spPr/>
      <dgm:t>
        <a:bodyPr/>
        <a:lstStyle/>
        <a:p>
          <a:endParaRPr lang="en-US"/>
        </a:p>
      </dgm:t>
    </dgm:pt>
    <dgm:pt modelId="{EB114F49-577C-4BC8-A499-D38502245B07}">
      <dgm:prSet/>
      <dgm:spPr/>
      <dgm:t>
        <a:bodyPr/>
        <a:lstStyle/>
        <a:p>
          <a:r>
            <a:rPr lang="en-US"/>
            <a:t>Provide secure patient data management</a:t>
          </a:r>
        </a:p>
      </dgm:t>
    </dgm:pt>
    <dgm:pt modelId="{DDA0D0E3-6ECF-47BA-95EE-812171778ABE}" type="parTrans" cxnId="{B82C7749-989C-4B89-B58E-2E4D330DEC59}">
      <dgm:prSet/>
      <dgm:spPr/>
      <dgm:t>
        <a:bodyPr/>
        <a:lstStyle/>
        <a:p>
          <a:endParaRPr lang="en-US"/>
        </a:p>
      </dgm:t>
    </dgm:pt>
    <dgm:pt modelId="{DC3455E1-F4AA-4918-A95C-A2F6AD975C50}" type="sibTrans" cxnId="{B82C7749-989C-4B89-B58E-2E4D330DEC59}">
      <dgm:prSet/>
      <dgm:spPr/>
      <dgm:t>
        <a:bodyPr/>
        <a:lstStyle/>
        <a:p>
          <a:endParaRPr lang="en-US"/>
        </a:p>
      </dgm:t>
    </dgm:pt>
    <dgm:pt modelId="{6AFAF0B8-20C8-49DB-90ED-2067BB6D6D1C}">
      <dgm:prSet/>
      <dgm:spPr/>
      <dgm:t>
        <a:bodyPr/>
        <a:lstStyle/>
        <a:p>
          <a:r>
            <a:rPr lang="en-US"/>
            <a:t>Reduce</a:t>
          </a:r>
        </a:p>
      </dgm:t>
    </dgm:pt>
    <dgm:pt modelId="{D8A0B8E8-78EA-4AFB-8066-ED1D2EFF59B2}" type="parTrans" cxnId="{505324DC-E944-4A18-9111-3DD2FC40F2FC}">
      <dgm:prSet/>
      <dgm:spPr/>
      <dgm:t>
        <a:bodyPr/>
        <a:lstStyle/>
        <a:p>
          <a:endParaRPr lang="en-US"/>
        </a:p>
      </dgm:t>
    </dgm:pt>
    <dgm:pt modelId="{88CBA837-4C2C-4498-855A-A9B814CDF105}" type="sibTrans" cxnId="{505324DC-E944-4A18-9111-3DD2FC40F2FC}">
      <dgm:prSet/>
      <dgm:spPr/>
      <dgm:t>
        <a:bodyPr/>
        <a:lstStyle/>
        <a:p>
          <a:endParaRPr lang="en-US"/>
        </a:p>
      </dgm:t>
    </dgm:pt>
    <dgm:pt modelId="{1C2D8365-AF26-4CF9-89DA-05F3F6D3B319}">
      <dgm:prSet/>
      <dgm:spPr/>
      <dgm:t>
        <a:bodyPr/>
        <a:lstStyle/>
        <a:p>
          <a:r>
            <a:rPr lang="en-US"/>
            <a:t>Reduce treatment delay in emergencies</a:t>
          </a:r>
        </a:p>
      </dgm:t>
    </dgm:pt>
    <dgm:pt modelId="{40AAA962-AA46-40AF-B76C-CA3371058DCB}" type="parTrans" cxnId="{349DFC0F-BD5B-4381-BEB3-31E42E5DE642}">
      <dgm:prSet/>
      <dgm:spPr/>
      <dgm:t>
        <a:bodyPr/>
        <a:lstStyle/>
        <a:p>
          <a:endParaRPr lang="en-US"/>
        </a:p>
      </dgm:t>
    </dgm:pt>
    <dgm:pt modelId="{F994B13F-D6B5-451A-B673-9A0614FB0F82}" type="sibTrans" cxnId="{349DFC0F-BD5B-4381-BEB3-31E42E5DE642}">
      <dgm:prSet/>
      <dgm:spPr/>
      <dgm:t>
        <a:bodyPr/>
        <a:lstStyle/>
        <a:p>
          <a:endParaRPr lang="en-US"/>
        </a:p>
      </dgm:t>
    </dgm:pt>
    <dgm:pt modelId="{12F02C6A-44AD-423B-8CE7-71FCA9298665}" type="pres">
      <dgm:prSet presAssocID="{1980609F-F504-44D7-9ECE-B51773E9830D}" presName="Name0" presStyleCnt="0">
        <dgm:presLayoutVars>
          <dgm:dir/>
          <dgm:animLvl val="lvl"/>
          <dgm:resizeHandles val="exact"/>
        </dgm:presLayoutVars>
      </dgm:prSet>
      <dgm:spPr/>
    </dgm:pt>
    <dgm:pt modelId="{678F355C-5E14-41BF-BE2C-B3AB0DEDD980}" type="pres">
      <dgm:prSet presAssocID="{D26B49F6-431B-400E-B387-A4BFDE05F0CF}" presName="linNode" presStyleCnt="0"/>
      <dgm:spPr/>
    </dgm:pt>
    <dgm:pt modelId="{762447FE-5038-4A95-88FA-8136320DD5F1}" type="pres">
      <dgm:prSet presAssocID="{D26B49F6-431B-400E-B387-A4BFDE05F0CF}" presName="parentText" presStyleLbl="alignNode1" presStyleIdx="0" presStyleCnt="5">
        <dgm:presLayoutVars>
          <dgm:chMax val="1"/>
          <dgm:bulletEnabled/>
        </dgm:presLayoutVars>
      </dgm:prSet>
      <dgm:spPr/>
    </dgm:pt>
    <dgm:pt modelId="{2284FB84-4804-41A5-AE7C-0FD71CC8F6A0}" type="pres">
      <dgm:prSet presAssocID="{D26B49F6-431B-400E-B387-A4BFDE05F0CF}" presName="descendantText" presStyleLbl="alignAccFollowNode1" presStyleIdx="0" presStyleCnt="5" custLinFactNeighborX="0" custLinFactNeighborY="-50228">
        <dgm:presLayoutVars>
          <dgm:bulletEnabled/>
        </dgm:presLayoutVars>
      </dgm:prSet>
      <dgm:spPr/>
    </dgm:pt>
    <dgm:pt modelId="{8A7B6EB6-F212-4601-8D04-D64B1BC70347}" type="pres">
      <dgm:prSet presAssocID="{6A318447-400D-4C71-9E8B-C409EEDF5815}" presName="sp" presStyleCnt="0"/>
      <dgm:spPr/>
    </dgm:pt>
    <dgm:pt modelId="{C1D2DE98-9544-45BD-A817-830D0CCA33C5}" type="pres">
      <dgm:prSet presAssocID="{3FA64231-95C3-402C-A2FD-E09B8EB814B4}" presName="linNode" presStyleCnt="0"/>
      <dgm:spPr/>
    </dgm:pt>
    <dgm:pt modelId="{781A549F-0EEB-4A27-88E1-8F32C12D23C8}" type="pres">
      <dgm:prSet presAssocID="{3FA64231-95C3-402C-A2FD-E09B8EB814B4}" presName="parentText" presStyleLbl="alignNode1" presStyleIdx="1" presStyleCnt="5">
        <dgm:presLayoutVars>
          <dgm:chMax val="1"/>
          <dgm:bulletEnabled/>
        </dgm:presLayoutVars>
      </dgm:prSet>
      <dgm:spPr/>
    </dgm:pt>
    <dgm:pt modelId="{AF8F76A7-6C88-4259-BCCF-4ADFEA723233}" type="pres">
      <dgm:prSet presAssocID="{3FA64231-95C3-402C-A2FD-E09B8EB814B4}" presName="descendantText" presStyleLbl="alignAccFollowNode1" presStyleIdx="1" presStyleCnt="5">
        <dgm:presLayoutVars>
          <dgm:bulletEnabled/>
        </dgm:presLayoutVars>
      </dgm:prSet>
      <dgm:spPr/>
    </dgm:pt>
    <dgm:pt modelId="{5222DA24-CACB-448E-B039-752A68DF9763}" type="pres">
      <dgm:prSet presAssocID="{01A3153A-AC21-498A-9CFC-B5A9311FD31B}" presName="sp" presStyleCnt="0"/>
      <dgm:spPr/>
    </dgm:pt>
    <dgm:pt modelId="{7E0B70B7-022C-4C89-B74D-2B480920CFE7}" type="pres">
      <dgm:prSet presAssocID="{8EDC5C6A-4F2F-4BC3-8180-681EDFE816B5}" presName="linNode" presStyleCnt="0"/>
      <dgm:spPr/>
    </dgm:pt>
    <dgm:pt modelId="{256B3640-F327-43B4-BBBB-8B1E89F64F2F}" type="pres">
      <dgm:prSet presAssocID="{8EDC5C6A-4F2F-4BC3-8180-681EDFE816B5}" presName="parentText" presStyleLbl="alignNode1" presStyleIdx="2" presStyleCnt="5">
        <dgm:presLayoutVars>
          <dgm:chMax val="1"/>
          <dgm:bulletEnabled/>
        </dgm:presLayoutVars>
      </dgm:prSet>
      <dgm:spPr/>
    </dgm:pt>
    <dgm:pt modelId="{F7B90DDE-E8ED-4363-8A19-396012748783}" type="pres">
      <dgm:prSet presAssocID="{8EDC5C6A-4F2F-4BC3-8180-681EDFE816B5}" presName="descendantText" presStyleLbl="alignAccFollowNode1" presStyleIdx="2" presStyleCnt="5">
        <dgm:presLayoutVars>
          <dgm:bulletEnabled/>
        </dgm:presLayoutVars>
      </dgm:prSet>
      <dgm:spPr/>
    </dgm:pt>
    <dgm:pt modelId="{E3A7F9D3-DC06-44AA-993F-8E60DA18BA69}" type="pres">
      <dgm:prSet presAssocID="{09BB0D0F-53DF-4D36-A0B5-4BE7CBEE7732}" presName="sp" presStyleCnt="0"/>
      <dgm:spPr/>
    </dgm:pt>
    <dgm:pt modelId="{6537FD07-CEF8-4C21-A1DF-56C32B8BC0D7}" type="pres">
      <dgm:prSet presAssocID="{9092BA7C-048E-40B0-874B-E61AB2E2328A}" presName="linNode" presStyleCnt="0"/>
      <dgm:spPr/>
    </dgm:pt>
    <dgm:pt modelId="{AC1FF9E4-FF33-445C-BD7D-D494B3088A52}" type="pres">
      <dgm:prSet presAssocID="{9092BA7C-048E-40B0-874B-E61AB2E2328A}" presName="parentText" presStyleLbl="alignNode1" presStyleIdx="3" presStyleCnt="5">
        <dgm:presLayoutVars>
          <dgm:chMax val="1"/>
          <dgm:bulletEnabled/>
        </dgm:presLayoutVars>
      </dgm:prSet>
      <dgm:spPr/>
    </dgm:pt>
    <dgm:pt modelId="{2A09D9AC-2789-4180-BA7B-E12C7246ADF4}" type="pres">
      <dgm:prSet presAssocID="{9092BA7C-048E-40B0-874B-E61AB2E2328A}" presName="descendantText" presStyleLbl="alignAccFollowNode1" presStyleIdx="3" presStyleCnt="5">
        <dgm:presLayoutVars>
          <dgm:bulletEnabled/>
        </dgm:presLayoutVars>
      </dgm:prSet>
      <dgm:spPr/>
    </dgm:pt>
    <dgm:pt modelId="{BC551FF7-442C-4C48-9C9C-0D747775A2D4}" type="pres">
      <dgm:prSet presAssocID="{7BD02F36-D22A-4280-AA2E-ADB3157061D3}" presName="sp" presStyleCnt="0"/>
      <dgm:spPr/>
    </dgm:pt>
    <dgm:pt modelId="{4529F800-6C27-4128-B013-91ACBDF16DDF}" type="pres">
      <dgm:prSet presAssocID="{6AFAF0B8-20C8-49DB-90ED-2067BB6D6D1C}" presName="linNode" presStyleCnt="0"/>
      <dgm:spPr/>
    </dgm:pt>
    <dgm:pt modelId="{FBFE7C65-EF6C-46BD-A141-BD9353A0559C}" type="pres">
      <dgm:prSet presAssocID="{6AFAF0B8-20C8-49DB-90ED-2067BB6D6D1C}" presName="parentText" presStyleLbl="alignNode1" presStyleIdx="4" presStyleCnt="5">
        <dgm:presLayoutVars>
          <dgm:chMax val="1"/>
          <dgm:bulletEnabled/>
        </dgm:presLayoutVars>
      </dgm:prSet>
      <dgm:spPr/>
    </dgm:pt>
    <dgm:pt modelId="{F630C9ED-67F9-4FE6-A4EB-15252E540122}" type="pres">
      <dgm:prSet presAssocID="{6AFAF0B8-20C8-49DB-90ED-2067BB6D6D1C}" presName="descendantText" presStyleLbl="alignAccFollowNode1" presStyleIdx="4" presStyleCnt="5">
        <dgm:presLayoutVars>
          <dgm:bulletEnabled/>
        </dgm:presLayoutVars>
      </dgm:prSet>
      <dgm:spPr/>
    </dgm:pt>
  </dgm:ptLst>
  <dgm:cxnLst>
    <dgm:cxn modelId="{349DFC0F-BD5B-4381-BEB3-31E42E5DE642}" srcId="{6AFAF0B8-20C8-49DB-90ED-2067BB6D6D1C}" destId="{1C2D8365-AF26-4CF9-89DA-05F3F6D3B319}" srcOrd="0" destOrd="0" parTransId="{40AAA962-AA46-40AF-B76C-CA3371058DCB}" sibTransId="{F994B13F-D6B5-451A-B673-9A0614FB0F82}"/>
    <dgm:cxn modelId="{D5D75522-140F-4C0F-9C38-4A0E637278AA}" type="presOf" srcId="{D26B49F6-431B-400E-B387-A4BFDE05F0CF}" destId="{762447FE-5038-4A95-88FA-8136320DD5F1}" srcOrd="0" destOrd="0" presId="urn:microsoft.com/office/officeart/2016/7/layout/VerticalSolidActionList"/>
    <dgm:cxn modelId="{B0398234-3AD0-411A-AA1E-DA8106FAD34E}" type="presOf" srcId="{EFDBC773-FB65-4EE1-A0FF-4B37B8CEA6A6}" destId="{2284FB84-4804-41A5-AE7C-0FD71CC8F6A0}" srcOrd="0" destOrd="0" presId="urn:microsoft.com/office/officeart/2016/7/layout/VerticalSolidActionList"/>
    <dgm:cxn modelId="{9CA48A3E-28F5-40FB-BCB5-94D28C2D733B}" type="presOf" srcId="{4212663B-B9A8-48EA-9145-75C6D5A12CAD}" destId="{AF8F76A7-6C88-4259-BCCF-4ADFEA723233}" srcOrd="0" destOrd="0" presId="urn:microsoft.com/office/officeart/2016/7/layout/VerticalSolidActionList"/>
    <dgm:cxn modelId="{1A5C4E65-8803-4C8A-B769-A87BBB9A1729}" srcId="{8EDC5C6A-4F2F-4BC3-8180-681EDFE816B5}" destId="{EE221E46-3F40-42AD-B937-BBB2D158D9FE}" srcOrd="0" destOrd="0" parTransId="{33170956-A7A0-4EC4-9603-EF7947E20E7E}" sibTransId="{EEACDF2A-D754-48A9-BAFB-F9A37481AF70}"/>
    <dgm:cxn modelId="{B82C7749-989C-4B89-B58E-2E4D330DEC59}" srcId="{9092BA7C-048E-40B0-874B-E61AB2E2328A}" destId="{EB114F49-577C-4BC8-A499-D38502245B07}" srcOrd="0" destOrd="0" parTransId="{DDA0D0E3-6ECF-47BA-95EE-812171778ABE}" sibTransId="{DC3455E1-F4AA-4918-A95C-A2F6AD975C50}"/>
    <dgm:cxn modelId="{68AD2156-5E5E-49FB-84A8-1C66FBA9EB0E}" type="presOf" srcId="{3FA64231-95C3-402C-A2FD-E09B8EB814B4}" destId="{781A549F-0EEB-4A27-88E1-8F32C12D23C8}" srcOrd="0" destOrd="0" presId="urn:microsoft.com/office/officeart/2016/7/layout/VerticalSolidActionList"/>
    <dgm:cxn modelId="{67E1548F-509C-4B2E-AF17-CF7EEEA0B18C}" srcId="{D26B49F6-431B-400E-B387-A4BFDE05F0CF}" destId="{EFDBC773-FB65-4EE1-A0FF-4B37B8CEA6A6}" srcOrd="0" destOrd="0" parTransId="{09B896A2-510D-43E1-920F-DB2F9DB04BA8}" sibTransId="{FBD41EB2-796F-4A7E-A3FA-BB8BFF07B1B7}"/>
    <dgm:cxn modelId="{DA9880AA-DEE8-4B06-8031-6E8B6A697BC2}" srcId="{3FA64231-95C3-402C-A2FD-E09B8EB814B4}" destId="{4212663B-B9A8-48EA-9145-75C6D5A12CAD}" srcOrd="0" destOrd="0" parTransId="{DC7A815F-E4C7-4CB5-AC46-421A88A12F05}" sibTransId="{FE5B8030-12DD-4A12-8BE1-C9FAEA68E92E}"/>
    <dgm:cxn modelId="{75974EC3-FD5F-49D7-AD1B-A553FF62F25A}" type="presOf" srcId="{EB114F49-577C-4BC8-A499-D38502245B07}" destId="{2A09D9AC-2789-4180-BA7B-E12C7246ADF4}" srcOrd="0" destOrd="0" presId="urn:microsoft.com/office/officeart/2016/7/layout/VerticalSolidActionList"/>
    <dgm:cxn modelId="{9F5201C4-AA17-43FA-A26F-03A0C1728B6F}" type="presOf" srcId="{9092BA7C-048E-40B0-874B-E61AB2E2328A}" destId="{AC1FF9E4-FF33-445C-BD7D-D494B3088A52}" srcOrd="0" destOrd="0" presId="urn:microsoft.com/office/officeart/2016/7/layout/VerticalSolidActionList"/>
    <dgm:cxn modelId="{8D2D18C8-C346-4328-A85B-2B12095D0F1A}" srcId="{1980609F-F504-44D7-9ECE-B51773E9830D}" destId="{8EDC5C6A-4F2F-4BC3-8180-681EDFE816B5}" srcOrd="2" destOrd="0" parTransId="{6BB9A373-1133-4C0A-A9A3-06A8598F64CB}" sibTransId="{09BB0D0F-53DF-4D36-A0B5-4BE7CBEE7732}"/>
    <dgm:cxn modelId="{BE0DFEC9-8E8D-441C-9288-BD07684D7626}" srcId="{1980609F-F504-44D7-9ECE-B51773E9830D}" destId="{3FA64231-95C3-402C-A2FD-E09B8EB814B4}" srcOrd="1" destOrd="0" parTransId="{4328830A-8C1A-4EB2-A0EC-AC25625D996B}" sibTransId="{01A3153A-AC21-498A-9CFC-B5A9311FD31B}"/>
    <dgm:cxn modelId="{28BBF6CF-FD26-4E36-AC00-3A725330BFD5}" type="presOf" srcId="{6AFAF0B8-20C8-49DB-90ED-2067BB6D6D1C}" destId="{FBFE7C65-EF6C-46BD-A141-BD9353A0559C}" srcOrd="0" destOrd="0" presId="urn:microsoft.com/office/officeart/2016/7/layout/VerticalSolidActionList"/>
    <dgm:cxn modelId="{BDAB33D9-8220-4924-A355-EB3E95FAAB56}" type="presOf" srcId="{1C2D8365-AF26-4CF9-89DA-05F3F6D3B319}" destId="{F630C9ED-67F9-4FE6-A4EB-15252E540122}" srcOrd="0" destOrd="0" presId="urn:microsoft.com/office/officeart/2016/7/layout/VerticalSolidActionList"/>
    <dgm:cxn modelId="{505324DC-E944-4A18-9111-3DD2FC40F2FC}" srcId="{1980609F-F504-44D7-9ECE-B51773E9830D}" destId="{6AFAF0B8-20C8-49DB-90ED-2067BB6D6D1C}" srcOrd="4" destOrd="0" parTransId="{D8A0B8E8-78EA-4AFB-8066-ED1D2EFF59B2}" sibTransId="{88CBA837-4C2C-4498-855A-A9B814CDF105}"/>
    <dgm:cxn modelId="{5F5F7AE5-5465-45CB-94FF-219B51937F27}" srcId="{1980609F-F504-44D7-9ECE-B51773E9830D}" destId="{D26B49F6-431B-400E-B387-A4BFDE05F0CF}" srcOrd="0" destOrd="0" parTransId="{F0FE630F-DC80-4C8C-8D02-AF3C8E5F6C5C}" sibTransId="{6A318447-400D-4C71-9E8B-C409EEDF5815}"/>
    <dgm:cxn modelId="{6CF15DEA-9A0D-49A5-A9E0-E37564C019AD}" srcId="{1980609F-F504-44D7-9ECE-B51773E9830D}" destId="{9092BA7C-048E-40B0-874B-E61AB2E2328A}" srcOrd="3" destOrd="0" parTransId="{B02F4E83-2659-4472-BC5D-5062DD01ADEF}" sibTransId="{7BD02F36-D22A-4280-AA2E-ADB3157061D3}"/>
    <dgm:cxn modelId="{7BF7B7EB-A520-4CDA-88B7-EA83308EB847}" type="presOf" srcId="{EE221E46-3F40-42AD-B937-BBB2D158D9FE}" destId="{F7B90DDE-E8ED-4363-8A19-396012748783}" srcOrd="0" destOrd="0" presId="urn:microsoft.com/office/officeart/2016/7/layout/VerticalSolidActionList"/>
    <dgm:cxn modelId="{2B694DF1-FB9A-4539-A6B9-BF343B383B05}" type="presOf" srcId="{8EDC5C6A-4F2F-4BC3-8180-681EDFE816B5}" destId="{256B3640-F327-43B4-BBBB-8B1E89F64F2F}" srcOrd="0" destOrd="0" presId="urn:microsoft.com/office/officeart/2016/7/layout/VerticalSolidActionList"/>
    <dgm:cxn modelId="{F91852F8-7B3F-4E24-9FFD-D5B310B7433F}" type="presOf" srcId="{1980609F-F504-44D7-9ECE-B51773E9830D}" destId="{12F02C6A-44AD-423B-8CE7-71FCA9298665}" srcOrd="0" destOrd="0" presId="urn:microsoft.com/office/officeart/2016/7/layout/VerticalSolidActionList"/>
    <dgm:cxn modelId="{92671E52-9AF3-41B9-B3FA-98130E3BDD9A}" type="presParOf" srcId="{12F02C6A-44AD-423B-8CE7-71FCA9298665}" destId="{678F355C-5E14-41BF-BE2C-B3AB0DEDD980}" srcOrd="0" destOrd="0" presId="urn:microsoft.com/office/officeart/2016/7/layout/VerticalSolidActionList"/>
    <dgm:cxn modelId="{2790D7C1-68EE-4443-BFA5-DFA9FF00C007}" type="presParOf" srcId="{678F355C-5E14-41BF-BE2C-B3AB0DEDD980}" destId="{762447FE-5038-4A95-88FA-8136320DD5F1}" srcOrd="0" destOrd="0" presId="urn:microsoft.com/office/officeart/2016/7/layout/VerticalSolidActionList"/>
    <dgm:cxn modelId="{AEE93EE9-BC29-45B9-98C5-EB53DDA8B8E4}" type="presParOf" srcId="{678F355C-5E14-41BF-BE2C-B3AB0DEDD980}" destId="{2284FB84-4804-41A5-AE7C-0FD71CC8F6A0}" srcOrd="1" destOrd="0" presId="urn:microsoft.com/office/officeart/2016/7/layout/VerticalSolidActionList"/>
    <dgm:cxn modelId="{E781B7F3-4EBB-4643-B159-5F810686C161}" type="presParOf" srcId="{12F02C6A-44AD-423B-8CE7-71FCA9298665}" destId="{8A7B6EB6-F212-4601-8D04-D64B1BC70347}" srcOrd="1" destOrd="0" presId="urn:microsoft.com/office/officeart/2016/7/layout/VerticalSolidActionList"/>
    <dgm:cxn modelId="{0E9E751C-5C77-4ABF-9D9B-76E2B63D411A}" type="presParOf" srcId="{12F02C6A-44AD-423B-8CE7-71FCA9298665}" destId="{C1D2DE98-9544-45BD-A817-830D0CCA33C5}" srcOrd="2" destOrd="0" presId="urn:microsoft.com/office/officeart/2016/7/layout/VerticalSolidActionList"/>
    <dgm:cxn modelId="{A3CE9B62-D46B-4B37-A844-9B98395BB648}" type="presParOf" srcId="{C1D2DE98-9544-45BD-A817-830D0CCA33C5}" destId="{781A549F-0EEB-4A27-88E1-8F32C12D23C8}" srcOrd="0" destOrd="0" presId="urn:microsoft.com/office/officeart/2016/7/layout/VerticalSolidActionList"/>
    <dgm:cxn modelId="{EFFD7651-C933-4FD8-85FB-FBB7F7AC439E}" type="presParOf" srcId="{C1D2DE98-9544-45BD-A817-830D0CCA33C5}" destId="{AF8F76A7-6C88-4259-BCCF-4ADFEA723233}" srcOrd="1" destOrd="0" presId="urn:microsoft.com/office/officeart/2016/7/layout/VerticalSolidActionList"/>
    <dgm:cxn modelId="{66166C63-AF61-438F-B99E-44CC3572CE90}" type="presParOf" srcId="{12F02C6A-44AD-423B-8CE7-71FCA9298665}" destId="{5222DA24-CACB-448E-B039-752A68DF9763}" srcOrd="3" destOrd="0" presId="urn:microsoft.com/office/officeart/2016/7/layout/VerticalSolidActionList"/>
    <dgm:cxn modelId="{4668B376-D6F5-41F0-9284-265E1850C5C3}" type="presParOf" srcId="{12F02C6A-44AD-423B-8CE7-71FCA9298665}" destId="{7E0B70B7-022C-4C89-B74D-2B480920CFE7}" srcOrd="4" destOrd="0" presId="urn:microsoft.com/office/officeart/2016/7/layout/VerticalSolidActionList"/>
    <dgm:cxn modelId="{DACB77EB-0187-4997-9F75-08B8361D7582}" type="presParOf" srcId="{7E0B70B7-022C-4C89-B74D-2B480920CFE7}" destId="{256B3640-F327-43B4-BBBB-8B1E89F64F2F}" srcOrd="0" destOrd="0" presId="urn:microsoft.com/office/officeart/2016/7/layout/VerticalSolidActionList"/>
    <dgm:cxn modelId="{1B86503F-D578-44A1-99EC-DB1D4FDFC95B}" type="presParOf" srcId="{7E0B70B7-022C-4C89-B74D-2B480920CFE7}" destId="{F7B90DDE-E8ED-4363-8A19-396012748783}" srcOrd="1" destOrd="0" presId="urn:microsoft.com/office/officeart/2016/7/layout/VerticalSolidActionList"/>
    <dgm:cxn modelId="{50F9AD58-9D22-4782-88BD-DBBAD33C612F}" type="presParOf" srcId="{12F02C6A-44AD-423B-8CE7-71FCA9298665}" destId="{E3A7F9D3-DC06-44AA-993F-8E60DA18BA69}" srcOrd="5" destOrd="0" presId="urn:microsoft.com/office/officeart/2016/7/layout/VerticalSolidActionList"/>
    <dgm:cxn modelId="{AF97D756-1E8F-4981-9E02-BF136B117CCB}" type="presParOf" srcId="{12F02C6A-44AD-423B-8CE7-71FCA9298665}" destId="{6537FD07-CEF8-4C21-A1DF-56C32B8BC0D7}" srcOrd="6" destOrd="0" presId="urn:microsoft.com/office/officeart/2016/7/layout/VerticalSolidActionList"/>
    <dgm:cxn modelId="{DACF0AB1-1A19-491B-A739-A97D527E6934}" type="presParOf" srcId="{6537FD07-CEF8-4C21-A1DF-56C32B8BC0D7}" destId="{AC1FF9E4-FF33-445C-BD7D-D494B3088A52}" srcOrd="0" destOrd="0" presId="urn:microsoft.com/office/officeart/2016/7/layout/VerticalSolidActionList"/>
    <dgm:cxn modelId="{3FE15F92-2AAA-4F54-B5C0-33E92CFBDC97}" type="presParOf" srcId="{6537FD07-CEF8-4C21-A1DF-56C32B8BC0D7}" destId="{2A09D9AC-2789-4180-BA7B-E12C7246ADF4}" srcOrd="1" destOrd="0" presId="urn:microsoft.com/office/officeart/2016/7/layout/VerticalSolidActionList"/>
    <dgm:cxn modelId="{7FDE0B05-852B-4582-BCF3-82F423D8FC80}" type="presParOf" srcId="{12F02C6A-44AD-423B-8CE7-71FCA9298665}" destId="{BC551FF7-442C-4C48-9C9C-0D747775A2D4}" srcOrd="7" destOrd="0" presId="urn:microsoft.com/office/officeart/2016/7/layout/VerticalSolidActionList"/>
    <dgm:cxn modelId="{4DE7B45C-8C93-4061-94F3-BF350F6C0925}" type="presParOf" srcId="{12F02C6A-44AD-423B-8CE7-71FCA9298665}" destId="{4529F800-6C27-4128-B013-91ACBDF16DDF}" srcOrd="8" destOrd="0" presId="urn:microsoft.com/office/officeart/2016/7/layout/VerticalSolidActionList"/>
    <dgm:cxn modelId="{85BDF03D-43FA-4410-A9F0-D05E0F803B8D}" type="presParOf" srcId="{4529F800-6C27-4128-B013-91ACBDF16DDF}" destId="{FBFE7C65-EF6C-46BD-A141-BD9353A0559C}" srcOrd="0" destOrd="0" presId="urn:microsoft.com/office/officeart/2016/7/layout/VerticalSolidActionList"/>
    <dgm:cxn modelId="{1A8F23A6-3C70-4CD7-9AD4-1704F82ECA19}" type="presParOf" srcId="{4529F800-6C27-4128-B013-91ACBDF16DDF}" destId="{F630C9ED-67F9-4FE6-A4EB-15252E540122}"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BAC36AE-8671-43C1-BE08-F9C5E86FE723}" type="doc">
      <dgm:prSet loTypeId="urn:microsoft.com/office/officeart/2005/8/layout/default" loCatId="list" qsTypeId="urn:microsoft.com/office/officeart/2005/8/quickstyle/simple1" qsCatId="simple" csTypeId="urn:microsoft.com/office/officeart/2005/8/colors/accent1_3" csCatId="accent1" phldr="1"/>
      <dgm:spPr/>
      <dgm:t>
        <a:bodyPr/>
        <a:lstStyle/>
        <a:p>
          <a:endParaRPr lang="en-US"/>
        </a:p>
      </dgm:t>
    </dgm:pt>
    <dgm:pt modelId="{100F3D36-D850-43C8-9DC5-925397E725DA}">
      <dgm:prSet custT="1"/>
      <dgm:spPr/>
      <dgm:t>
        <a:bodyPr/>
        <a:lstStyle/>
        <a:p>
          <a:r>
            <a:rPr lang="en-IN" sz="1800" b="1" dirty="0"/>
            <a:t>Current Healthcare Scenario:</a:t>
          </a:r>
          <a:endParaRPr lang="en-US" sz="1800" dirty="0"/>
        </a:p>
      </dgm:t>
    </dgm:pt>
    <dgm:pt modelId="{D2BD7617-EF69-4573-BCD8-A056FB066768}" type="parTrans" cxnId="{10630508-8265-4EF7-B922-8D1FC8D10AF8}">
      <dgm:prSet/>
      <dgm:spPr/>
      <dgm:t>
        <a:bodyPr/>
        <a:lstStyle/>
        <a:p>
          <a:endParaRPr lang="en-US"/>
        </a:p>
      </dgm:t>
    </dgm:pt>
    <dgm:pt modelId="{45655EC8-26D4-4674-B6AB-A1B13A5242A2}" type="sibTrans" cxnId="{10630508-8265-4EF7-B922-8D1FC8D10AF8}">
      <dgm:prSet/>
      <dgm:spPr/>
      <dgm:t>
        <a:bodyPr/>
        <a:lstStyle/>
        <a:p>
          <a:endParaRPr lang="en-US"/>
        </a:p>
      </dgm:t>
    </dgm:pt>
    <dgm:pt modelId="{5AF70079-DB2B-46F5-AD91-CD56CFEA8D72}">
      <dgm:prSet/>
      <dgm:spPr/>
      <dgm:t>
        <a:bodyPr/>
        <a:lstStyle/>
        <a:p>
          <a:r>
            <a:rPr lang="en-IN" dirty="0"/>
            <a:t>Emergency response delays</a:t>
          </a:r>
          <a:endParaRPr lang="en-US" dirty="0"/>
        </a:p>
      </dgm:t>
    </dgm:pt>
    <dgm:pt modelId="{1F38B104-AC3E-4573-B2E0-EA1A492FC921}" type="parTrans" cxnId="{30B0F8DC-49E3-4BC8-9924-A6E4D559DD4D}">
      <dgm:prSet/>
      <dgm:spPr/>
      <dgm:t>
        <a:bodyPr/>
        <a:lstStyle/>
        <a:p>
          <a:endParaRPr lang="en-US"/>
        </a:p>
      </dgm:t>
    </dgm:pt>
    <dgm:pt modelId="{71E28B34-4284-4C4F-AA1F-8299EC638906}" type="sibTrans" cxnId="{30B0F8DC-49E3-4BC8-9924-A6E4D559DD4D}">
      <dgm:prSet/>
      <dgm:spPr/>
      <dgm:t>
        <a:bodyPr/>
        <a:lstStyle/>
        <a:p>
          <a:endParaRPr lang="en-US"/>
        </a:p>
      </dgm:t>
    </dgm:pt>
    <dgm:pt modelId="{C610A355-87D6-4DDF-AF00-D50FF0441C66}">
      <dgm:prSet/>
      <dgm:spPr/>
      <dgm:t>
        <a:bodyPr/>
        <a:lstStyle/>
        <a:p>
          <a:r>
            <a:rPr lang="en-IN"/>
            <a:t>Lack of coordination between patients, clinics &amp; pharmacies</a:t>
          </a:r>
          <a:endParaRPr lang="en-US"/>
        </a:p>
      </dgm:t>
    </dgm:pt>
    <dgm:pt modelId="{770630F7-3210-431C-912B-AA0351BE053C}" type="parTrans" cxnId="{D59C5A0D-47CC-4DA8-8ABD-F765808FBF8E}">
      <dgm:prSet/>
      <dgm:spPr/>
      <dgm:t>
        <a:bodyPr/>
        <a:lstStyle/>
        <a:p>
          <a:endParaRPr lang="en-US"/>
        </a:p>
      </dgm:t>
    </dgm:pt>
    <dgm:pt modelId="{E86952C5-2EEB-4EAC-8B53-A54F0F6349AB}" type="sibTrans" cxnId="{D59C5A0D-47CC-4DA8-8ABD-F765808FBF8E}">
      <dgm:prSet/>
      <dgm:spPr/>
      <dgm:t>
        <a:bodyPr/>
        <a:lstStyle/>
        <a:p>
          <a:endParaRPr lang="en-US"/>
        </a:p>
      </dgm:t>
    </dgm:pt>
    <dgm:pt modelId="{876B95A6-D557-40D4-ACB8-AF9EF314B490}">
      <dgm:prSet/>
      <dgm:spPr/>
      <dgm:t>
        <a:bodyPr/>
        <a:lstStyle/>
        <a:p>
          <a:r>
            <a:rPr lang="en-IN" dirty="0"/>
            <a:t>No real-time medicine availability tracking</a:t>
          </a:r>
          <a:endParaRPr lang="en-US" dirty="0"/>
        </a:p>
      </dgm:t>
    </dgm:pt>
    <dgm:pt modelId="{8EEB070E-512D-43CA-AD6D-9BA0BEF3C3FB}" type="parTrans" cxnId="{6F9A4C3D-BD92-46A1-A6C8-CF807C577888}">
      <dgm:prSet/>
      <dgm:spPr/>
      <dgm:t>
        <a:bodyPr/>
        <a:lstStyle/>
        <a:p>
          <a:endParaRPr lang="en-US"/>
        </a:p>
      </dgm:t>
    </dgm:pt>
    <dgm:pt modelId="{F4DB8A06-5C8D-4DF4-B98B-FD6062A99A5C}" type="sibTrans" cxnId="{6F9A4C3D-BD92-46A1-A6C8-CF807C577888}">
      <dgm:prSet/>
      <dgm:spPr/>
      <dgm:t>
        <a:bodyPr/>
        <a:lstStyle/>
        <a:p>
          <a:endParaRPr lang="en-US"/>
        </a:p>
      </dgm:t>
    </dgm:pt>
    <dgm:pt modelId="{21F77DED-59E8-43AD-872D-B5B37C87ACC0}">
      <dgm:prSet/>
      <dgm:spPr/>
      <dgm:t>
        <a:bodyPr/>
        <a:lstStyle/>
        <a:p>
          <a:r>
            <a:rPr lang="en-IN"/>
            <a:t>Manual appointment &amp; record handling</a:t>
          </a:r>
          <a:endParaRPr lang="en-US"/>
        </a:p>
      </dgm:t>
    </dgm:pt>
    <dgm:pt modelId="{26393292-70BF-4E82-9652-343AAA837B2B}" type="parTrans" cxnId="{AA8BFDD7-5A27-43CD-A911-18C876E7A824}">
      <dgm:prSet/>
      <dgm:spPr/>
      <dgm:t>
        <a:bodyPr/>
        <a:lstStyle/>
        <a:p>
          <a:endParaRPr lang="en-US"/>
        </a:p>
      </dgm:t>
    </dgm:pt>
    <dgm:pt modelId="{26625840-1786-463A-AF7C-37D481B376B7}" type="sibTrans" cxnId="{AA8BFDD7-5A27-43CD-A911-18C876E7A824}">
      <dgm:prSet/>
      <dgm:spPr/>
      <dgm:t>
        <a:bodyPr/>
        <a:lstStyle/>
        <a:p>
          <a:endParaRPr lang="en-US"/>
        </a:p>
      </dgm:t>
    </dgm:pt>
    <dgm:pt modelId="{59F439BF-4EFA-47B8-A9CD-59C7FFF1C1E6}">
      <dgm:prSet/>
      <dgm:spPr/>
      <dgm:t>
        <a:bodyPr/>
        <a:lstStyle/>
        <a:p>
          <a:r>
            <a:rPr lang="en-IN" dirty="0"/>
            <a:t>Limited AI-based pre-diagnosis support</a:t>
          </a:r>
          <a:endParaRPr lang="en-US" dirty="0"/>
        </a:p>
      </dgm:t>
    </dgm:pt>
    <dgm:pt modelId="{D7038078-5F68-40B7-B88D-FBB9EDE82FF7}" type="parTrans" cxnId="{E37DFFB6-AE09-494E-BFAB-A41DA84363E4}">
      <dgm:prSet/>
      <dgm:spPr/>
      <dgm:t>
        <a:bodyPr/>
        <a:lstStyle/>
        <a:p>
          <a:endParaRPr lang="en-US"/>
        </a:p>
      </dgm:t>
    </dgm:pt>
    <dgm:pt modelId="{63B35FB7-3595-496F-A4EE-EB33E0384CD7}" type="sibTrans" cxnId="{E37DFFB6-AE09-494E-BFAB-A41DA84363E4}">
      <dgm:prSet/>
      <dgm:spPr/>
      <dgm:t>
        <a:bodyPr/>
        <a:lstStyle/>
        <a:p>
          <a:endParaRPr lang="en-US"/>
        </a:p>
      </dgm:t>
    </dgm:pt>
    <dgm:pt modelId="{984127D4-0DCC-4B4B-9BEE-885F7D55D38E}">
      <dgm:prSet custT="1"/>
      <dgm:spPr/>
      <dgm:t>
        <a:bodyPr/>
        <a:lstStyle/>
        <a:p>
          <a:r>
            <a:rPr lang="en-IN" sz="2000" b="1" dirty="0"/>
            <a:t> Identified Gaps:</a:t>
          </a:r>
          <a:endParaRPr lang="en-US" sz="2000" dirty="0"/>
        </a:p>
      </dgm:t>
    </dgm:pt>
    <dgm:pt modelId="{670E0853-E7E3-4804-B92D-D60EFDEAA621}" type="parTrans" cxnId="{457256BF-34B4-4E10-AE68-95A14B02F744}">
      <dgm:prSet/>
      <dgm:spPr/>
      <dgm:t>
        <a:bodyPr/>
        <a:lstStyle/>
        <a:p>
          <a:endParaRPr lang="en-US"/>
        </a:p>
      </dgm:t>
    </dgm:pt>
    <dgm:pt modelId="{2F08F4FB-B602-4FE8-A05C-516116CC59B7}" type="sibTrans" cxnId="{457256BF-34B4-4E10-AE68-95A14B02F744}">
      <dgm:prSet/>
      <dgm:spPr/>
      <dgm:t>
        <a:bodyPr/>
        <a:lstStyle/>
        <a:p>
          <a:endParaRPr lang="en-US"/>
        </a:p>
      </dgm:t>
    </dgm:pt>
    <dgm:pt modelId="{9DEF2C30-ABEA-44F9-BA8F-74FA5034FE88}">
      <dgm:prSet/>
      <dgm:spPr/>
      <dgm:t>
        <a:bodyPr/>
        <a:lstStyle/>
        <a:p>
          <a:r>
            <a:rPr lang="en-IN"/>
            <a:t>Fragmented communication system</a:t>
          </a:r>
          <a:endParaRPr lang="en-US"/>
        </a:p>
      </dgm:t>
    </dgm:pt>
    <dgm:pt modelId="{A865DA88-1CFB-418F-9BEA-C834A61FF699}" type="parTrans" cxnId="{AE11500A-A9DD-4B37-9528-49313BA8EE19}">
      <dgm:prSet/>
      <dgm:spPr/>
      <dgm:t>
        <a:bodyPr/>
        <a:lstStyle/>
        <a:p>
          <a:endParaRPr lang="en-US"/>
        </a:p>
      </dgm:t>
    </dgm:pt>
    <dgm:pt modelId="{2A82D6DD-E738-449B-84F2-5D9E26F50076}" type="sibTrans" cxnId="{AE11500A-A9DD-4B37-9528-49313BA8EE19}">
      <dgm:prSet/>
      <dgm:spPr/>
      <dgm:t>
        <a:bodyPr/>
        <a:lstStyle/>
        <a:p>
          <a:endParaRPr lang="en-US"/>
        </a:p>
      </dgm:t>
    </dgm:pt>
    <dgm:pt modelId="{19CA6D87-9D05-4DA4-AD86-2D4EE1D8ECB2}">
      <dgm:prSet/>
      <dgm:spPr/>
      <dgm:t>
        <a:bodyPr/>
        <a:lstStyle/>
        <a:p>
          <a:r>
            <a:rPr lang="en-IN"/>
            <a:t>Slow decision-making in emergencies</a:t>
          </a:r>
          <a:endParaRPr lang="en-US"/>
        </a:p>
      </dgm:t>
    </dgm:pt>
    <dgm:pt modelId="{8C31F606-F955-4104-8A9C-990C01104AE3}" type="parTrans" cxnId="{3AA653D8-BEFD-4D8B-9FFD-C3B4439E230A}">
      <dgm:prSet/>
      <dgm:spPr/>
      <dgm:t>
        <a:bodyPr/>
        <a:lstStyle/>
        <a:p>
          <a:endParaRPr lang="en-US"/>
        </a:p>
      </dgm:t>
    </dgm:pt>
    <dgm:pt modelId="{18AF8702-DF38-43C6-8320-A9EC02E99766}" type="sibTrans" cxnId="{3AA653D8-BEFD-4D8B-9FFD-C3B4439E230A}">
      <dgm:prSet/>
      <dgm:spPr/>
      <dgm:t>
        <a:bodyPr/>
        <a:lstStyle/>
        <a:p>
          <a:endParaRPr lang="en-US"/>
        </a:p>
      </dgm:t>
    </dgm:pt>
    <dgm:pt modelId="{2BD30C0D-1E03-4C4F-B0BA-210B13CAF3FE}">
      <dgm:prSet/>
      <dgm:spPr/>
      <dgm:t>
        <a:bodyPr/>
        <a:lstStyle/>
        <a:p>
          <a:r>
            <a:rPr lang="en-IN"/>
            <a:t>Data sharing security concerns</a:t>
          </a:r>
          <a:endParaRPr lang="en-US"/>
        </a:p>
      </dgm:t>
    </dgm:pt>
    <dgm:pt modelId="{68A1E1F7-33AE-4281-BCF1-1FBA062308B9}" type="parTrans" cxnId="{27E82ABB-674D-498A-8775-9BB78D783EF7}">
      <dgm:prSet/>
      <dgm:spPr/>
      <dgm:t>
        <a:bodyPr/>
        <a:lstStyle/>
        <a:p>
          <a:endParaRPr lang="en-US"/>
        </a:p>
      </dgm:t>
    </dgm:pt>
    <dgm:pt modelId="{AB7EF247-09DF-4175-ACB4-76F882EB1DD3}" type="sibTrans" cxnId="{27E82ABB-674D-498A-8775-9BB78D783EF7}">
      <dgm:prSet/>
      <dgm:spPr/>
      <dgm:t>
        <a:bodyPr/>
        <a:lstStyle/>
        <a:p>
          <a:endParaRPr lang="en-US"/>
        </a:p>
      </dgm:t>
    </dgm:pt>
    <dgm:pt modelId="{C5ABD192-1EB5-4A44-9F96-73A2198E4781}">
      <dgm:prSet/>
      <dgm:spPr/>
      <dgm:t>
        <a:bodyPr/>
        <a:lstStyle/>
        <a:p>
          <a:r>
            <a:rPr lang="en-IN"/>
            <a:t>Rural &amp; semi-urban accessibility issues</a:t>
          </a:r>
          <a:endParaRPr lang="en-US"/>
        </a:p>
      </dgm:t>
    </dgm:pt>
    <dgm:pt modelId="{0C93995E-227E-4595-B647-2A2F0C04F5D8}" type="parTrans" cxnId="{0F3B7FD1-93EB-4A38-A8A0-7D1F3499877C}">
      <dgm:prSet/>
      <dgm:spPr/>
      <dgm:t>
        <a:bodyPr/>
        <a:lstStyle/>
        <a:p>
          <a:endParaRPr lang="en-US"/>
        </a:p>
      </dgm:t>
    </dgm:pt>
    <dgm:pt modelId="{0632024E-49DE-4CE5-831E-A474523D1223}" type="sibTrans" cxnId="{0F3B7FD1-93EB-4A38-A8A0-7D1F3499877C}">
      <dgm:prSet/>
      <dgm:spPr/>
      <dgm:t>
        <a:bodyPr/>
        <a:lstStyle/>
        <a:p>
          <a:endParaRPr lang="en-US"/>
        </a:p>
      </dgm:t>
    </dgm:pt>
    <dgm:pt modelId="{FCE86909-125D-4C46-BCEA-B0CB54FAF7D7}">
      <dgm:prSet custT="1"/>
      <dgm:spPr/>
      <dgm:t>
        <a:bodyPr/>
        <a:lstStyle/>
        <a:p>
          <a:pPr algn="ctr"/>
          <a:r>
            <a:rPr lang="en-IN" sz="2000" b="1" dirty="0"/>
            <a:t>Domain Opportunity:</a:t>
          </a:r>
          <a:endParaRPr lang="en-US" sz="2000" b="1" dirty="0"/>
        </a:p>
      </dgm:t>
    </dgm:pt>
    <dgm:pt modelId="{6C8E02A3-6C0C-4FE9-9A21-698DEA14D711}" type="parTrans" cxnId="{E5929EA7-29EF-4B92-89F0-A387FA5D0CB2}">
      <dgm:prSet/>
      <dgm:spPr/>
      <dgm:t>
        <a:bodyPr/>
        <a:lstStyle/>
        <a:p>
          <a:endParaRPr lang="en-US"/>
        </a:p>
      </dgm:t>
    </dgm:pt>
    <dgm:pt modelId="{F00F1987-1DE3-4733-A139-A126638C4630}" type="sibTrans" cxnId="{E5929EA7-29EF-4B92-89F0-A387FA5D0CB2}">
      <dgm:prSet/>
      <dgm:spPr/>
      <dgm:t>
        <a:bodyPr/>
        <a:lstStyle/>
        <a:p>
          <a:endParaRPr lang="en-US"/>
        </a:p>
      </dgm:t>
    </dgm:pt>
    <dgm:pt modelId="{88C176C6-11C8-442A-8FC2-5DBFA4BF3601}">
      <dgm:prSet/>
      <dgm:spPr/>
      <dgm:t>
        <a:bodyPr/>
        <a:lstStyle/>
        <a:p>
          <a:r>
            <a:rPr lang="en-IN"/>
            <a:t>AI-driven symptom analysis</a:t>
          </a:r>
          <a:endParaRPr lang="en-US"/>
        </a:p>
      </dgm:t>
    </dgm:pt>
    <dgm:pt modelId="{C8004F5D-8F6B-499A-A8CE-EB062C35EEA5}" type="parTrans" cxnId="{8B38E526-ADDE-4566-B095-3E63D3A7E6FA}">
      <dgm:prSet/>
      <dgm:spPr/>
      <dgm:t>
        <a:bodyPr/>
        <a:lstStyle/>
        <a:p>
          <a:endParaRPr lang="en-US"/>
        </a:p>
      </dgm:t>
    </dgm:pt>
    <dgm:pt modelId="{F6CBE7DF-8823-4A22-8A1E-DBA543456F49}" type="sibTrans" cxnId="{8B38E526-ADDE-4566-B095-3E63D3A7E6FA}">
      <dgm:prSet/>
      <dgm:spPr/>
      <dgm:t>
        <a:bodyPr/>
        <a:lstStyle/>
        <a:p>
          <a:endParaRPr lang="en-US"/>
        </a:p>
      </dgm:t>
    </dgm:pt>
    <dgm:pt modelId="{656F8540-9CB9-4FE5-B4C3-465F1959DC74}">
      <dgm:prSet/>
      <dgm:spPr/>
      <dgm:t>
        <a:bodyPr/>
        <a:lstStyle/>
        <a:p>
          <a:r>
            <a:rPr lang="en-IN"/>
            <a:t>Real-time SOS alert integration</a:t>
          </a:r>
          <a:endParaRPr lang="en-US"/>
        </a:p>
      </dgm:t>
    </dgm:pt>
    <dgm:pt modelId="{C9D9122D-530F-4D3B-B2E6-A1E1472E517E}" type="parTrans" cxnId="{4158C04A-5751-4150-A76A-DC14BA388A09}">
      <dgm:prSet/>
      <dgm:spPr/>
      <dgm:t>
        <a:bodyPr/>
        <a:lstStyle/>
        <a:p>
          <a:endParaRPr lang="en-US"/>
        </a:p>
      </dgm:t>
    </dgm:pt>
    <dgm:pt modelId="{655D552E-C6B5-4162-8EA5-EF73ED25B819}" type="sibTrans" cxnId="{4158C04A-5751-4150-A76A-DC14BA388A09}">
      <dgm:prSet/>
      <dgm:spPr/>
      <dgm:t>
        <a:bodyPr/>
        <a:lstStyle/>
        <a:p>
          <a:endParaRPr lang="en-US"/>
        </a:p>
      </dgm:t>
    </dgm:pt>
    <dgm:pt modelId="{FC987058-FB03-4501-B48F-20F8B4A09412}">
      <dgm:prSet/>
      <dgm:spPr/>
      <dgm:t>
        <a:bodyPr/>
        <a:lstStyle/>
        <a:p>
          <a:r>
            <a:rPr lang="en-IN"/>
            <a:t>Centralized healthcare ecosystem</a:t>
          </a:r>
          <a:endParaRPr lang="en-US"/>
        </a:p>
      </dgm:t>
    </dgm:pt>
    <dgm:pt modelId="{16B61A47-38B1-414C-90EA-47F27994B1CC}" type="parTrans" cxnId="{74304456-3899-40EF-A08A-7FA988D1CE8C}">
      <dgm:prSet/>
      <dgm:spPr/>
      <dgm:t>
        <a:bodyPr/>
        <a:lstStyle/>
        <a:p>
          <a:endParaRPr lang="en-US"/>
        </a:p>
      </dgm:t>
    </dgm:pt>
    <dgm:pt modelId="{34C1145D-27D1-4060-A1EB-9016C1156F82}" type="sibTrans" cxnId="{74304456-3899-40EF-A08A-7FA988D1CE8C}">
      <dgm:prSet/>
      <dgm:spPr/>
      <dgm:t>
        <a:bodyPr/>
        <a:lstStyle/>
        <a:p>
          <a:endParaRPr lang="en-US"/>
        </a:p>
      </dgm:t>
    </dgm:pt>
    <dgm:pt modelId="{48A5CCCD-D3CA-4688-AC2C-639133C7D00E}">
      <dgm:prSet/>
      <dgm:spPr/>
      <dgm:t>
        <a:bodyPr/>
        <a:lstStyle/>
        <a:p>
          <a:r>
            <a:rPr lang="en-IN" dirty="0"/>
            <a:t>Secure digital patient record system</a:t>
          </a:r>
          <a:endParaRPr lang="en-US" dirty="0"/>
        </a:p>
      </dgm:t>
    </dgm:pt>
    <dgm:pt modelId="{F086616D-26A9-4027-8124-62B35D4BA39C}" type="parTrans" cxnId="{EEFE2BB3-90C3-4EAC-82E1-96B179FADE5E}">
      <dgm:prSet/>
      <dgm:spPr/>
      <dgm:t>
        <a:bodyPr/>
        <a:lstStyle/>
        <a:p>
          <a:endParaRPr lang="en-US"/>
        </a:p>
      </dgm:t>
    </dgm:pt>
    <dgm:pt modelId="{2BF5A4AF-E46A-46F8-B32F-96C3AB1A30B4}" type="sibTrans" cxnId="{EEFE2BB3-90C3-4EAC-82E1-96B179FADE5E}">
      <dgm:prSet/>
      <dgm:spPr/>
      <dgm:t>
        <a:bodyPr/>
        <a:lstStyle/>
        <a:p>
          <a:endParaRPr lang="en-US"/>
        </a:p>
      </dgm:t>
    </dgm:pt>
    <dgm:pt modelId="{DA5C8BDB-D854-4606-B342-D6F87BFA5BD4}" type="pres">
      <dgm:prSet presAssocID="{7BAC36AE-8671-43C1-BE08-F9C5E86FE723}" presName="diagram" presStyleCnt="0">
        <dgm:presLayoutVars>
          <dgm:dir/>
          <dgm:resizeHandles val="exact"/>
        </dgm:presLayoutVars>
      </dgm:prSet>
      <dgm:spPr/>
    </dgm:pt>
    <dgm:pt modelId="{B5BC4961-E69D-4853-8A45-FFAED3881401}" type="pres">
      <dgm:prSet presAssocID="{100F3D36-D850-43C8-9DC5-925397E725DA}" presName="node" presStyleLbl="node1" presStyleIdx="0" presStyleCnt="16">
        <dgm:presLayoutVars>
          <dgm:bulletEnabled val="1"/>
        </dgm:presLayoutVars>
      </dgm:prSet>
      <dgm:spPr/>
    </dgm:pt>
    <dgm:pt modelId="{33CB6284-EE60-4F49-B001-CE90A649AB65}" type="pres">
      <dgm:prSet presAssocID="{45655EC8-26D4-4674-B6AB-A1B13A5242A2}" presName="sibTrans" presStyleCnt="0"/>
      <dgm:spPr/>
    </dgm:pt>
    <dgm:pt modelId="{7FB7EB72-BEEB-4A72-A818-3028AF4AE138}" type="pres">
      <dgm:prSet presAssocID="{5AF70079-DB2B-46F5-AD91-CD56CFEA8D72}" presName="node" presStyleLbl="node1" presStyleIdx="1" presStyleCnt="16">
        <dgm:presLayoutVars>
          <dgm:bulletEnabled val="1"/>
        </dgm:presLayoutVars>
      </dgm:prSet>
      <dgm:spPr/>
    </dgm:pt>
    <dgm:pt modelId="{24D746D0-3883-4C27-9342-25D12DE7B42E}" type="pres">
      <dgm:prSet presAssocID="{71E28B34-4284-4C4F-AA1F-8299EC638906}" presName="sibTrans" presStyleCnt="0"/>
      <dgm:spPr/>
    </dgm:pt>
    <dgm:pt modelId="{F72B8177-BD01-4F53-9201-819DBDBB98E5}" type="pres">
      <dgm:prSet presAssocID="{C610A355-87D6-4DDF-AF00-D50FF0441C66}" presName="node" presStyleLbl="node1" presStyleIdx="2" presStyleCnt="16">
        <dgm:presLayoutVars>
          <dgm:bulletEnabled val="1"/>
        </dgm:presLayoutVars>
      </dgm:prSet>
      <dgm:spPr/>
    </dgm:pt>
    <dgm:pt modelId="{AEC6ECED-419B-48E2-A23E-95365A74E760}" type="pres">
      <dgm:prSet presAssocID="{E86952C5-2EEB-4EAC-8B53-A54F0F6349AB}" presName="sibTrans" presStyleCnt="0"/>
      <dgm:spPr/>
    </dgm:pt>
    <dgm:pt modelId="{2BA5167C-5D02-444C-AC2E-481F29CAEF29}" type="pres">
      <dgm:prSet presAssocID="{876B95A6-D557-40D4-ACB8-AF9EF314B490}" presName="node" presStyleLbl="node1" presStyleIdx="3" presStyleCnt="16">
        <dgm:presLayoutVars>
          <dgm:bulletEnabled val="1"/>
        </dgm:presLayoutVars>
      </dgm:prSet>
      <dgm:spPr/>
    </dgm:pt>
    <dgm:pt modelId="{69C37B05-5EE6-4E81-A37A-2E2452C16E64}" type="pres">
      <dgm:prSet presAssocID="{F4DB8A06-5C8D-4DF4-B98B-FD6062A99A5C}" presName="sibTrans" presStyleCnt="0"/>
      <dgm:spPr/>
    </dgm:pt>
    <dgm:pt modelId="{6068C7EE-15CA-4497-B745-EFABEA864D64}" type="pres">
      <dgm:prSet presAssocID="{21F77DED-59E8-43AD-872D-B5B37C87ACC0}" presName="node" presStyleLbl="node1" presStyleIdx="4" presStyleCnt="16">
        <dgm:presLayoutVars>
          <dgm:bulletEnabled val="1"/>
        </dgm:presLayoutVars>
      </dgm:prSet>
      <dgm:spPr/>
    </dgm:pt>
    <dgm:pt modelId="{11BAF05D-39EC-4B12-8717-8059F4033196}" type="pres">
      <dgm:prSet presAssocID="{26625840-1786-463A-AF7C-37D481B376B7}" presName="sibTrans" presStyleCnt="0"/>
      <dgm:spPr/>
    </dgm:pt>
    <dgm:pt modelId="{B812109B-A38D-4663-9770-6FFE42BD8898}" type="pres">
      <dgm:prSet presAssocID="{59F439BF-4EFA-47B8-A9CD-59C7FFF1C1E6}" presName="node" presStyleLbl="node1" presStyleIdx="5" presStyleCnt="16">
        <dgm:presLayoutVars>
          <dgm:bulletEnabled val="1"/>
        </dgm:presLayoutVars>
      </dgm:prSet>
      <dgm:spPr/>
    </dgm:pt>
    <dgm:pt modelId="{1BED1AB1-9DE0-497A-B54D-6095B70FE47E}" type="pres">
      <dgm:prSet presAssocID="{63B35FB7-3595-496F-A4EE-EB33E0384CD7}" presName="sibTrans" presStyleCnt="0"/>
      <dgm:spPr/>
    </dgm:pt>
    <dgm:pt modelId="{6A696900-588B-4A7F-8F40-F6C8C7146D91}" type="pres">
      <dgm:prSet presAssocID="{984127D4-0DCC-4B4B-9BEE-885F7D55D38E}" presName="node" presStyleLbl="node1" presStyleIdx="6" presStyleCnt="16">
        <dgm:presLayoutVars>
          <dgm:bulletEnabled val="1"/>
        </dgm:presLayoutVars>
      </dgm:prSet>
      <dgm:spPr/>
    </dgm:pt>
    <dgm:pt modelId="{F69A1DD1-11F5-4D53-8498-09118BBB9EDA}" type="pres">
      <dgm:prSet presAssocID="{2F08F4FB-B602-4FE8-A05C-516116CC59B7}" presName="sibTrans" presStyleCnt="0"/>
      <dgm:spPr/>
    </dgm:pt>
    <dgm:pt modelId="{F606D2CC-9A03-4274-8710-1D408DD66CCD}" type="pres">
      <dgm:prSet presAssocID="{9DEF2C30-ABEA-44F9-BA8F-74FA5034FE88}" presName="node" presStyleLbl="node1" presStyleIdx="7" presStyleCnt="16">
        <dgm:presLayoutVars>
          <dgm:bulletEnabled val="1"/>
        </dgm:presLayoutVars>
      </dgm:prSet>
      <dgm:spPr/>
    </dgm:pt>
    <dgm:pt modelId="{A548D7F3-22C1-40B2-84A8-D6CFFC940B1D}" type="pres">
      <dgm:prSet presAssocID="{2A82D6DD-E738-449B-84F2-5D9E26F50076}" presName="sibTrans" presStyleCnt="0"/>
      <dgm:spPr/>
    </dgm:pt>
    <dgm:pt modelId="{6F4992A6-EBEA-49A6-85A9-81895A1AA042}" type="pres">
      <dgm:prSet presAssocID="{19CA6D87-9D05-4DA4-AD86-2D4EE1D8ECB2}" presName="node" presStyleLbl="node1" presStyleIdx="8" presStyleCnt="16">
        <dgm:presLayoutVars>
          <dgm:bulletEnabled val="1"/>
        </dgm:presLayoutVars>
      </dgm:prSet>
      <dgm:spPr/>
    </dgm:pt>
    <dgm:pt modelId="{1AAC4D7F-E198-4FA9-B4C7-35A9DCBF8551}" type="pres">
      <dgm:prSet presAssocID="{18AF8702-DF38-43C6-8320-A9EC02E99766}" presName="sibTrans" presStyleCnt="0"/>
      <dgm:spPr/>
    </dgm:pt>
    <dgm:pt modelId="{34003C66-F172-4F54-8F10-8CA1A968D523}" type="pres">
      <dgm:prSet presAssocID="{2BD30C0D-1E03-4C4F-B0BA-210B13CAF3FE}" presName="node" presStyleLbl="node1" presStyleIdx="9" presStyleCnt="16">
        <dgm:presLayoutVars>
          <dgm:bulletEnabled val="1"/>
        </dgm:presLayoutVars>
      </dgm:prSet>
      <dgm:spPr/>
    </dgm:pt>
    <dgm:pt modelId="{FEBCDF94-AB0A-43B9-8294-39E0B65AC51A}" type="pres">
      <dgm:prSet presAssocID="{AB7EF247-09DF-4175-ACB4-76F882EB1DD3}" presName="sibTrans" presStyleCnt="0"/>
      <dgm:spPr/>
    </dgm:pt>
    <dgm:pt modelId="{FF8450F7-ED1C-46E3-9A1A-1092AF674021}" type="pres">
      <dgm:prSet presAssocID="{C5ABD192-1EB5-4A44-9F96-73A2198E4781}" presName="node" presStyleLbl="node1" presStyleIdx="10" presStyleCnt="16">
        <dgm:presLayoutVars>
          <dgm:bulletEnabled val="1"/>
        </dgm:presLayoutVars>
      </dgm:prSet>
      <dgm:spPr/>
    </dgm:pt>
    <dgm:pt modelId="{EA7F97C9-7DA5-4028-AF12-A4797DBA0487}" type="pres">
      <dgm:prSet presAssocID="{0632024E-49DE-4CE5-831E-A474523D1223}" presName="sibTrans" presStyleCnt="0"/>
      <dgm:spPr/>
    </dgm:pt>
    <dgm:pt modelId="{F83586C3-FFF1-4B62-862D-DB208A03719E}" type="pres">
      <dgm:prSet presAssocID="{FCE86909-125D-4C46-BCEA-B0CB54FAF7D7}" presName="node" presStyleLbl="node1" presStyleIdx="11" presStyleCnt="16" custLinFactX="-249469" custLinFactY="18880" custLinFactNeighborX="-300000" custLinFactNeighborY="100000">
        <dgm:presLayoutVars>
          <dgm:bulletEnabled val="1"/>
        </dgm:presLayoutVars>
      </dgm:prSet>
      <dgm:spPr/>
    </dgm:pt>
    <dgm:pt modelId="{C2E8CFF4-46B6-4EF3-872B-F4E2A81484D9}" type="pres">
      <dgm:prSet presAssocID="{F00F1987-1DE3-4733-A139-A126638C4630}" presName="sibTrans" presStyleCnt="0"/>
      <dgm:spPr/>
    </dgm:pt>
    <dgm:pt modelId="{AB926E79-3E0D-4247-B0A3-8C9E092C58D9}" type="pres">
      <dgm:prSet presAssocID="{88C176C6-11C8-442A-8FC2-5DBFA4BF3601}" presName="node" presStyleLbl="node1" presStyleIdx="12" presStyleCnt="16">
        <dgm:presLayoutVars>
          <dgm:bulletEnabled val="1"/>
        </dgm:presLayoutVars>
      </dgm:prSet>
      <dgm:spPr/>
    </dgm:pt>
    <dgm:pt modelId="{36799678-2EF0-43B1-BFA7-D6177E7856BE}" type="pres">
      <dgm:prSet presAssocID="{F6CBE7DF-8823-4A22-8A1E-DBA543456F49}" presName="sibTrans" presStyleCnt="0"/>
      <dgm:spPr/>
    </dgm:pt>
    <dgm:pt modelId="{B1438F53-4986-4DB2-B895-BF603CAA8531}" type="pres">
      <dgm:prSet presAssocID="{656F8540-9CB9-4FE5-B4C3-465F1959DC74}" presName="node" presStyleLbl="node1" presStyleIdx="13" presStyleCnt="16">
        <dgm:presLayoutVars>
          <dgm:bulletEnabled val="1"/>
        </dgm:presLayoutVars>
      </dgm:prSet>
      <dgm:spPr/>
    </dgm:pt>
    <dgm:pt modelId="{C2F9256B-1CA6-4EB7-AD46-F8E61949B9CE}" type="pres">
      <dgm:prSet presAssocID="{655D552E-C6B5-4162-8EA5-EF73ED25B819}" presName="sibTrans" presStyleCnt="0"/>
      <dgm:spPr/>
    </dgm:pt>
    <dgm:pt modelId="{5BFDD1D6-B0D9-4C88-9281-2BFE8BA2806A}" type="pres">
      <dgm:prSet presAssocID="{FC987058-FB03-4501-B48F-20F8B4A09412}" presName="node" presStyleLbl="node1" presStyleIdx="14" presStyleCnt="16">
        <dgm:presLayoutVars>
          <dgm:bulletEnabled val="1"/>
        </dgm:presLayoutVars>
      </dgm:prSet>
      <dgm:spPr/>
    </dgm:pt>
    <dgm:pt modelId="{0859E58C-8EAA-4EB9-BD48-2175E6B27DA9}" type="pres">
      <dgm:prSet presAssocID="{34C1145D-27D1-4060-A1EB-9016C1156F82}" presName="sibTrans" presStyleCnt="0"/>
      <dgm:spPr/>
    </dgm:pt>
    <dgm:pt modelId="{C3AB6DCC-3B9F-4580-986A-D95D7D013317}" type="pres">
      <dgm:prSet presAssocID="{48A5CCCD-D3CA-4688-AC2C-639133C7D00E}" presName="node" presStyleLbl="node1" presStyleIdx="15" presStyleCnt="16">
        <dgm:presLayoutVars>
          <dgm:bulletEnabled val="1"/>
        </dgm:presLayoutVars>
      </dgm:prSet>
      <dgm:spPr/>
    </dgm:pt>
  </dgm:ptLst>
  <dgm:cxnLst>
    <dgm:cxn modelId="{33C3D800-2FBE-4339-A7C2-67CF0BC6F11E}" type="presOf" srcId="{FC987058-FB03-4501-B48F-20F8B4A09412}" destId="{5BFDD1D6-B0D9-4C88-9281-2BFE8BA2806A}" srcOrd="0" destOrd="0" presId="urn:microsoft.com/office/officeart/2005/8/layout/default"/>
    <dgm:cxn modelId="{259EF506-E05A-49D2-ACA5-973840FE819E}" type="presOf" srcId="{984127D4-0DCC-4B4B-9BEE-885F7D55D38E}" destId="{6A696900-588B-4A7F-8F40-F6C8C7146D91}" srcOrd="0" destOrd="0" presId="urn:microsoft.com/office/officeart/2005/8/layout/default"/>
    <dgm:cxn modelId="{10630508-8265-4EF7-B922-8D1FC8D10AF8}" srcId="{7BAC36AE-8671-43C1-BE08-F9C5E86FE723}" destId="{100F3D36-D850-43C8-9DC5-925397E725DA}" srcOrd="0" destOrd="0" parTransId="{D2BD7617-EF69-4573-BCD8-A056FB066768}" sibTransId="{45655EC8-26D4-4674-B6AB-A1B13A5242A2}"/>
    <dgm:cxn modelId="{AE11500A-A9DD-4B37-9528-49313BA8EE19}" srcId="{7BAC36AE-8671-43C1-BE08-F9C5E86FE723}" destId="{9DEF2C30-ABEA-44F9-BA8F-74FA5034FE88}" srcOrd="7" destOrd="0" parTransId="{A865DA88-1CFB-418F-9BEA-C834A61FF699}" sibTransId="{2A82D6DD-E738-449B-84F2-5D9E26F50076}"/>
    <dgm:cxn modelId="{D59C5A0D-47CC-4DA8-8ABD-F765808FBF8E}" srcId="{7BAC36AE-8671-43C1-BE08-F9C5E86FE723}" destId="{C610A355-87D6-4DDF-AF00-D50FF0441C66}" srcOrd="2" destOrd="0" parTransId="{770630F7-3210-431C-912B-AA0351BE053C}" sibTransId="{E86952C5-2EEB-4EAC-8B53-A54F0F6349AB}"/>
    <dgm:cxn modelId="{0EE80210-B5C1-4A9C-BE58-387570C70C7F}" type="presOf" srcId="{FCE86909-125D-4C46-BCEA-B0CB54FAF7D7}" destId="{F83586C3-FFF1-4B62-862D-DB208A03719E}" srcOrd="0" destOrd="0" presId="urn:microsoft.com/office/officeart/2005/8/layout/default"/>
    <dgm:cxn modelId="{0EFB2315-3B66-4341-911C-4B1592D59B72}" type="presOf" srcId="{C5ABD192-1EB5-4A44-9F96-73A2198E4781}" destId="{FF8450F7-ED1C-46E3-9A1A-1092AF674021}" srcOrd="0" destOrd="0" presId="urn:microsoft.com/office/officeart/2005/8/layout/default"/>
    <dgm:cxn modelId="{FA863722-777E-4D56-AD67-F16BA48B2468}" type="presOf" srcId="{100F3D36-D850-43C8-9DC5-925397E725DA}" destId="{B5BC4961-E69D-4853-8A45-FFAED3881401}" srcOrd="0" destOrd="0" presId="urn:microsoft.com/office/officeart/2005/8/layout/default"/>
    <dgm:cxn modelId="{8B38E526-ADDE-4566-B095-3E63D3A7E6FA}" srcId="{7BAC36AE-8671-43C1-BE08-F9C5E86FE723}" destId="{88C176C6-11C8-442A-8FC2-5DBFA4BF3601}" srcOrd="12" destOrd="0" parTransId="{C8004F5D-8F6B-499A-A8CE-EB062C35EEA5}" sibTransId="{F6CBE7DF-8823-4A22-8A1E-DBA543456F49}"/>
    <dgm:cxn modelId="{6F9A4C3D-BD92-46A1-A6C8-CF807C577888}" srcId="{7BAC36AE-8671-43C1-BE08-F9C5E86FE723}" destId="{876B95A6-D557-40D4-ACB8-AF9EF314B490}" srcOrd="3" destOrd="0" parTransId="{8EEB070E-512D-43CA-AD6D-9BA0BEF3C3FB}" sibTransId="{F4DB8A06-5C8D-4DF4-B98B-FD6062A99A5C}"/>
    <dgm:cxn modelId="{B41E1C69-C1DB-4FCE-969F-F78D8DDD8E29}" type="presOf" srcId="{9DEF2C30-ABEA-44F9-BA8F-74FA5034FE88}" destId="{F606D2CC-9A03-4274-8710-1D408DD66CCD}" srcOrd="0" destOrd="0" presId="urn:microsoft.com/office/officeart/2005/8/layout/default"/>
    <dgm:cxn modelId="{5B702149-0A60-4366-8E45-9FEF61819E05}" type="presOf" srcId="{59F439BF-4EFA-47B8-A9CD-59C7FFF1C1E6}" destId="{B812109B-A38D-4663-9770-6FFE42BD8898}" srcOrd="0" destOrd="0" presId="urn:microsoft.com/office/officeart/2005/8/layout/default"/>
    <dgm:cxn modelId="{4158C04A-5751-4150-A76A-DC14BA388A09}" srcId="{7BAC36AE-8671-43C1-BE08-F9C5E86FE723}" destId="{656F8540-9CB9-4FE5-B4C3-465F1959DC74}" srcOrd="13" destOrd="0" parTransId="{C9D9122D-530F-4D3B-B2E6-A1E1472E517E}" sibTransId="{655D552E-C6B5-4162-8EA5-EF73ED25B819}"/>
    <dgm:cxn modelId="{D0DB7C50-69B2-4593-871B-E5768B42E35D}" type="presOf" srcId="{2BD30C0D-1E03-4C4F-B0BA-210B13CAF3FE}" destId="{34003C66-F172-4F54-8F10-8CA1A968D523}" srcOrd="0" destOrd="0" presId="urn:microsoft.com/office/officeart/2005/8/layout/default"/>
    <dgm:cxn modelId="{74304456-3899-40EF-A08A-7FA988D1CE8C}" srcId="{7BAC36AE-8671-43C1-BE08-F9C5E86FE723}" destId="{FC987058-FB03-4501-B48F-20F8B4A09412}" srcOrd="14" destOrd="0" parTransId="{16B61A47-38B1-414C-90EA-47F27994B1CC}" sibTransId="{34C1145D-27D1-4060-A1EB-9016C1156F82}"/>
    <dgm:cxn modelId="{F36A9459-A9F1-4099-8998-BBFEB99BA35E}" type="presOf" srcId="{88C176C6-11C8-442A-8FC2-5DBFA4BF3601}" destId="{AB926E79-3E0D-4247-B0A3-8C9E092C58D9}" srcOrd="0" destOrd="0" presId="urn:microsoft.com/office/officeart/2005/8/layout/default"/>
    <dgm:cxn modelId="{CC289D94-B4EC-4D82-ACC3-51940967CF6F}" type="presOf" srcId="{656F8540-9CB9-4FE5-B4C3-465F1959DC74}" destId="{B1438F53-4986-4DB2-B895-BF603CAA8531}" srcOrd="0" destOrd="0" presId="urn:microsoft.com/office/officeart/2005/8/layout/default"/>
    <dgm:cxn modelId="{D9C3E394-2D35-4B4C-A780-95B00E1028F1}" type="presOf" srcId="{C610A355-87D6-4DDF-AF00-D50FF0441C66}" destId="{F72B8177-BD01-4F53-9201-819DBDBB98E5}" srcOrd="0" destOrd="0" presId="urn:microsoft.com/office/officeart/2005/8/layout/default"/>
    <dgm:cxn modelId="{C498AC97-1A06-41E8-B7CD-C2938FD158F3}" type="presOf" srcId="{19CA6D87-9D05-4DA4-AD86-2D4EE1D8ECB2}" destId="{6F4992A6-EBEA-49A6-85A9-81895A1AA042}" srcOrd="0" destOrd="0" presId="urn:microsoft.com/office/officeart/2005/8/layout/default"/>
    <dgm:cxn modelId="{12A2DC9B-9FD1-45D0-B3A5-19D64D7D8B58}" type="presOf" srcId="{21F77DED-59E8-43AD-872D-B5B37C87ACC0}" destId="{6068C7EE-15CA-4497-B745-EFABEA864D64}" srcOrd="0" destOrd="0" presId="urn:microsoft.com/office/officeart/2005/8/layout/default"/>
    <dgm:cxn modelId="{E5929EA7-29EF-4B92-89F0-A387FA5D0CB2}" srcId="{7BAC36AE-8671-43C1-BE08-F9C5E86FE723}" destId="{FCE86909-125D-4C46-BCEA-B0CB54FAF7D7}" srcOrd="11" destOrd="0" parTransId="{6C8E02A3-6C0C-4FE9-9A21-698DEA14D711}" sibTransId="{F00F1987-1DE3-4733-A139-A126638C4630}"/>
    <dgm:cxn modelId="{EEFE2BB3-90C3-4EAC-82E1-96B179FADE5E}" srcId="{7BAC36AE-8671-43C1-BE08-F9C5E86FE723}" destId="{48A5CCCD-D3CA-4688-AC2C-639133C7D00E}" srcOrd="15" destOrd="0" parTransId="{F086616D-26A9-4027-8124-62B35D4BA39C}" sibTransId="{2BF5A4AF-E46A-46F8-B32F-96C3AB1A30B4}"/>
    <dgm:cxn modelId="{E37DFFB6-AE09-494E-BFAB-A41DA84363E4}" srcId="{7BAC36AE-8671-43C1-BE08-F9C5E86FE723}" destId="{59F439BF-4EFA-47B8-A9CD-59C7FFF1C1E6}" srcOrd="5" destOrd="0" parTransId="{D7038078-5F68-40B7-B88D-FBB9EDE82FF7}" sibTransId="{63B35FB7-3595-496F-A4EE-EB33E0384CD7}"/>
    <dgm:cxn modelId="{27E82ABB-674D-498A-8775-9BB78D783EF7}" srcId="{7BAC36AE-8671-43C1-BE08-F9C5E86FE723}" destId="{2BD30C0D-1E03-4C4F-B0BA-210B13CAF3FE}" srcOrd="9" destOrd="0" parTransId="{68A1E1F7-33AE-4281-BCF1-1FBA062308B9}" sibTransId="{AB7EF247-09DF-4175-ACB4-76F882EB1DD3}"/>
    <dgm:cxn modelId="{457256BF-34B4-4E10-AE68-95A14B02F744}" srcId="{7BAC36AE-8671-43C1-BE08-F9C5E86FE723}" destId="{984127D4-0DCC-4B4B-9BEE-885F7D55D38E}" srcOrd="6" destOrd="0" parTransId="{670E0853-E7E3-4804-B92D-D60EFDEAA621}" sibTransId="{2F08F4FB-B602-4FE8-A05C-516116CC59B7}"/>
    <dgm:cxn modelId="{7456B8C8-EAC6-40DA-98A2-A1C28D515082}" type="presOf" srcId="{7BAC36AE-8671-43C1-BE08-F9C5E86FE723}" destId="{DA5C8BDB-D854-4606-B342-D6F87BFA5BD4}" srcOrd="0" destOrd="0" presId="urn:microsoft.com/office/officeart/2005/8/layout/default"/>
    <dgm:cxn modelId="{07C723CB-F3C4-44AD-8D34-63467995176D}" type="presOf" srcId="{5AF70079-DB2B-46F5-AD91-CD56CFEA8D72}" destId="{7FB7EB72-BEEB-4A72-A818-3028AF4AE138}" srcOrd="0" destOrd="0" presId="urn:microsoft.com/office/officeart/2005/8/layout/default"/>
    <dgm:cxn modelId="{0F3B7FD1-93EB-4A38-A8A0-7D1F3499877C}" srcId="{7BAC36AE-8671-43C1-BE08-F9C5E86FE723}" destId="{C5ABD192-1EB5-4A44-9F96-73A2198E4781}" srcOrd="10" destOrd="0" parTransId="{0C93995E-227E-4595-B647-2A2F0C04F5D8}" sibTransId="{0632024E-49DE-4CE5-831E-A474523D1223}"/>
    <dgm:cxn modelId="{53AC27D5-8E11-40A2-98F4-4669A25E0AE9}" type="presOf" srcId="{48A5CCCD-D3CA-4688-AC2C-639133C7D00E}" destId="{C3AB6DCC-3B9F-4580-986A-D95D7D013317}" srcOrd="0" destOrd="0" presId="urn:microsoft.com/office/officeart/2005/8/layout/default"/>
    <dgm:cxn modelId="{AA8BFDD7-5A27-43CD-A911-18C876E7A824}" srcId="{7BAC36AE-8671-43C1-BE08-F9C5E86FE723}" destId="{21F77DED-59E8-43AD-872D-B5B37C87ACC0}" srcOrd="4" destOrd="0" parTransId="{26393292-70BF-4E82-9652-343AAA837B2B}" sibTransId="{26625840-1786-463A-AF7C-37D481B376B7}"/>
    <dgm:cxn modelId="{3AA653D8-BEFD-4D8B-9FFD-C3B4439E230A}" srcId="{7BAC36AE-8671-43C1-BE08-F9C5E86FE723}" destId="{19CA6D87-9D05-4DA4-AD86-2D4EE1D8ECB2}" srcOrd="8" destOrd="0" parTransId="{8C31F606-F955-4104-8A9C-990C01104AE3}" sibTransId="{18AF8702-DF38-43C6-8320-A9EC02E99766}"/>
    <dgm:cxn modelId="{30B0F8DC-49E3-4BC8-9924-A6E4D559DD4D}" srcId="{7BAC36AE-8671-43C1-BE08-F9C5E86FE723}" destId="{5AF70079-DB2B-46F5-AD91-CD56CFEA8D72}" srcOrd="1" destOrd="0" parTransId="{1F38B104-AC3E-4573-B2E0-EA1A492FC921}" sibTransId="{71E28B34-4284-4C4F-AA1F-8299EC638906}"/>
    <dgm:cxn modelId="{F81C2EDD-AB78-419C-9330-9C489DEACECF}" type="presOf" srcId="{876B95A6-D557-40D4-ACB8-AF9EF314B490}" destId="{2BA5167C-5D02-444C-AC2E-481F29CAEF29}" srcOrd="0" destOrd="0" presId="urn:microsoft.com/office/officeart/2005/8/layout/default"/>
    <dgm:cxn modelId="{25CE5517-57CA-454D-AAFB-56890B348267}" type="presParOf" srcId="{DA5C8BDB-D854-4606-B342-D6F87BFA5BD4}" destId="{B5BC4961-E69D-4853-8A45-FFAED3881401}" srcOrd="0" destOrd="0" presId="urn:microsoft.com/office/officeart/2005/8/layout/default"/>
    <dgm:cxn modelId="{D6492CA4-39FD-4157-BA90-54322402B278}" type="presParOf" srcId="{DA5C8BDB-D854-4606-B342-D6F87BFA5BD4}" destId="{33CB6284-EE60-4F49-B001-CE90A649AB65}" srcOrd="1" destOrd="0" presId="urn:microsoft.com/office/officeart/2005/8/layout/default"/>
    <dgm:cxn modelId="{2699C57D-FF3B-4E49-BAB3-7E7E4BDD4D5A}" type="presParOf" srcId="{DA5C8BDB-D854-4606-B342-D6F87BFA5BD4}" destId="{7FB7EB72-BEEB-4A72-A818-3028AF4AE138}" srcOrd="2" destOrd="0" presId="urn:microsoft.com/office/officeart/2005/8/layout/default"/>
    <dgm:cxn modelId="{3EED69A5-CB48-4877-92C8-0AC05A72958F}" type="presParOf" srcId="{DA5C8BDB-D854-4606-B342-D6F87BFA5BD4}" destId="{24D746D0-3883-4C27-9342-25D12DE7B42E}" srcOrd="3" destOrd="0" presId="urn:microsoft.com/office/officeart/2005/8/layout/default"/>
    <dgm:cxn modelId="{9818F343-E574-44C8-95F2-944805C59329}" type="presParOf" srcId="{DA5C8BDB-D854-4606-B342-D6F87BFA5BD4}" destId="{F72B8177-BD01-4F53-9201-819DBDBB98E5}" srcOrd="4" destOrd="0" presId="urn:microsoft.com/office/officeart/2005/8/layout/default"/>
    <dgm:cxn modelId="{DD1587EB-7720-4158-AE2D-7D61776300AF}" type="presParOf" srcId="{DA5C8BDB-D854-4606-B342-D6F87BFA5BD4}" destId="{AEC6ECED-419B-48E2-A23E-95365A74E760}" srcOrd="5" destOrd="0" presId="urn:microsoft.com/office/officeart/2005/8/layout/default"/>
    <dgm:cxn modelId="{109D8201-9238-402C-977C-D1FF1BE84D77}" type="presParOf" srcId="{DA5C8BDB-D854-4606-B342-D6F87BFA5BD4}" destId="{2BA5167C-5D02-444C-AC2E-481F29CAEF29}" srcOrd="6" destOrd="0" presId="urn:microsoft.com/office/officeart/2005/8/layout/default"/>
    <dgm:cxn modelId="{2CF77E5E-D1DA-43B4-85CD-089C03E5645B}" type="presParOf" srcId="{DA5C8BDB-D854-4606-B342-D6F87BFA5BD4}" destId="{69C37B05-5EE6-4E81-A37A-2E2452C16E64}" srcOrd="7" destOrd="0" presId="urn:microsoft.com/office/officeart/2005/8/layout/default"/>
    <dgm:cxn modelId="{5CD9B7E9-4EEA-4B79-99EC-A2BDAB3D6EA4}" type="presParOf" srcId="{DA5C8BDB-D854-4606-B342-D6F87BFA5BD4}" destId="{6068C7EE-15CA-4497-B745-EFABEA864D64}" srcOrd="8" destOrd="0" presId="urn:microsoft.com/office/officeart/2005/8/layout/default"/>
    <dgm:cxn modelId="{B5836A1B-FD4F-493D-A34A-53DDA76720A5}" type="presParOf" srcId="{DA5C8BDB-D854-4606-B342-D6F87BFA5BD4}" destId="{11BAF05D-39EC-4B12-8717-8059F4033196}" srcOrd="9" destOrd="0" presId="urn:microsoft.com/office/officeart/2005/8/layout/default"/>
    <dgm:cxn modelId="{FBB86576-72F3-4FE6-8D1D-08D679AFAC29}" type="presParOf" srcId="{DA5C8BDB-D854-4606-B342-D6F87BFA5BD4}" destId="{B812109B-A38D-4663-9770-6FFE42BD8898}" srcOrd="10" destOrd="0" presId="urn:microsoft.com/office/officeart/2005/8/layout/default"/>
    <dgm:cxn modelId="{B7FC9081-974C-46E7-ABEA-DE7D5C521387}" type="presParOf" srcId="{DA5C8BDB-D854-4606-B342-D6F87BFA5BD4}" destId="{1BED1AB1-9DE0-497A-B54D-6095B70FE47E}" srcOrd="11" destOrd="0" presId="urn:microsoft.com/office/officeart/2005/8/layout/default"/>
    <dgm:cxn modelId="{EE54CCB6-61C7-482F-91BE-45AA7F9DF779}" type="presParOf" srcId="{DA5C8BDB-D854-4606-B342-D6F87BFA5BD4}" destId="{6A696900-588B-4A7F-8F40-F6C8C7146D91}" srcOrd="12" destOrd="0" presId="urn:microsoft.com/office/officeart/2005/8/layout/default"/>
    <dgm:cxn modelId="{ECBD0F88-DD80-4E0E-9645-A39069B6FD42}" type="presParOf" srcId="{DA5C8BDB-D854-4606-B342-D6F87BFA5BD4}" destId="{F69A1DD1-11F5-4D53-8498-09118BBB9EDA}" srcOrd="13" destOrd="0" presId="urn:microsoft.com/office/officeart/2005/8/layout/default"/>
    <dgm:cxn modelId="{F4F871CF-4F93-41E7-9176-90735A7DCB20}" type="presParOf" srcId="{DA5C8BDB-D854-4606-B342-D6F87BFA5BD4}" destId="{F606D2CC-9A03-4274-8710-1D408DD66CCD}" srcOrd="14" destOrd="0" presId="urn:microsoft.com/office/officeart/2005/8/layout/default"/>
    <dgm:cxn modelId="{FB63186C-0DC7-4731-85A7-8C39B7171762}" type="presParOf" srcId="{DA5C8BDB-D854-4606-B342-D6F87BFA5BD4}" destId="{A548D7F3-22C1-40B2-84A8-D6CFFC940B1D}" srcOrd="15" destOrd="0" presId="urn:microsoft.com/office/officeart/2005/8/layout/default"/>
    <dgm:cxn modelId="{6534B842-CAD0-4D0F-8EDA-A8E53FB7A107}" type="presParOf" srcId="{DA5C8BDB-D854-4606-B342-D6F87BFA5BD4}" destId="{6F4992A6-EBEA-49A6-85A9-81895A1AA042}" srcOrd="16" destOrd="0" presId="urn:microsoft.com/office/officeart/2005/8/layout/default"/>
    <dgm:cxn modelId="{BF870830-B176-4A49-9B31-B1629C8A8955}" type="presParOf" srcId="{DA5C8BDB-D854-4606-B342-D6F87BFA5BD4}" destId="{1AAC4D7F-E198-4FA9-B4C7-35A9DCBF8551}" srcOrd="17" destOrd="0" presId="urn:microsoft.com/office/officeart/2005/8/layout/default"/>
    <dgm:cxn modelId="{959A4F97-61A0-4235-9884-E850F07715A1}" type="presParOf" srcId="{DA5C8BDB-D854-4606-B342-D6F87BFA5BD4}" destId="{34003C66-F172-4F54-8F10-8CA1A968D523}" srcOrd="18" destOrd="0" presId="urn:microsoft.com/office/officeart/2005/8/layout/default"/>
    <dgm:cxn modelId="{99DA296B-D9A8-4ACB-AEF5-BD32C5E0C865}" type="presParOf" srcId="{DA5C8BDB-D854-4606-B342-D6F87BFA5BD4}" destId="{FEBCDF94-AB0A-43B9-8294-39E0B65AC51A}" srcOrd="19" destOrd="0" presId="urn:microsoft.com/office/officeart/2005/8/layout/default"/>
    <dgm:cxn modelId="{92A3A301-74E1-45D6-BFC7-FDA0FF78C133}" type="presParOf" srcId="{DA5C8BDB-D854-4606-B342-D6F87BFA5BD4}" destId="{FF8450F7-ED1C-46E3-9A1A-1092AF674021}" srcOrd="20" destOrd="0" presId="urn:microsoft.com/office/officeart/2005/8/layout/default"/>
    <dgm:cxn modelId="{D2D9D3CE-5E3D-4D25-97AA-872ACA5F3485}" type="presParOf" srcId="{DA5C8BDB-D854-4606-B342-D6F87BFA5BD4}" destId="{EA7F97C9-7DA5-4028-AF12-A4797DBA0487}" srcOrd="21" destOrd="0" presId="urn:microsoft.com/office/officeart/2005/8/layout/default"/>
    <dgm:cxn modelId="{4017892C-A6D1-4103-8B77-3EA762D60081}" type="presParOf" srcId="{DA5C8BDB-D854-4606-B342-D6F87BFA5BD4}" destId="{F83586C3-FFF1-4B62-862D-DB208A03719E}" srcOrd="22" destOrd="0" presId="urn:microsoft.com/office/officeart/2005/8/layout/default"/>
    <dgm:cxn modelId="{E9A8D4C3-4273-42BF-8B14-6AE359C6C5F4}" type="presParOf" srcId="{DA5C8BDB-D854-4606-B342-D6F87BFA5BD4}" destId="{C2E8CFF4-46B6-4EF3-872B-F4E2A81484D9}" srcOrd="23" destOrd="0" presId="urn:microsoft.com/office/officeart/2005/8/layout/default"/>
    <dgm:cxn modelId="{98B53F40-3BD9-40AC-8208-298EEFCDB6B1}" type="presParOf" srcId="{DA5C8BDB-D854-4606-B342-D6F87BFA5BD4}" destId="{AB926E79-3E0D-4247-B0A3-8C9E092C58D9}" srcOrd="24" destOrd="0" presId="urn:microsoft.com/office/officeart/2005/8/layout/default"/>
    <dgm:cxn modelId="{95B8AB6D-6C3F-475D-A834-2F7DDA35F1A8}" type="presParOf" srcId="{DA5C8BDB-D854-4606-B342-D6F87BFA5BD4}" destId="{36799678-2EF0-43B1-BFA7-D6177E7856BE}" srcOrd="25" destOrd="0" presId="urn:microsoft.com/office/officeart/2005/8/layout/default"/>
    <dgm:cxn modelId="{6E0C245B-9ED9-4573-9F65-7C64BF705D03}" type="presParOf" srcId="{DA5C8BDB-D854-4606-B342-D6F87BFA5BD4}" destId="{B1438F53-4986-4DB2-B895-BF603CAA8531}" srcOrd="26" destOrd="0" presId="urn:microsoft.com/office/officeart/2005/8/layout/default"/>
    <dgm:cxn modelId="{3E4D6FD6-31B2-4BCB-944C-B896470CB3CE}" type="presParOf" srcId="{DA5C8BDB-D854-4606-B342-D6F87BFA5BD4}" destId="{C2F9256B-1CA6-4EB7-AD46-F8E61949B9CE}" srcOrd="27" destOrd="0" presId="urn:microsoft.com/office/officeart/2005/8/layout/default"/>
    <dgm:cxn modelId="{8A4C9856-DDD7-4528-B972-D99234425E24}" type="presParOf" srcId="{DA5C8BDB-D854-4606-B342-D6F87BFA5BD4}" destId="{5BFDD1D6-B0D9-4C88-9281-2BFE8BA2806A}" srcOrd="28" destOrd="0" presId="urn:microsoft.com/office/officeart/2005/8/layout/default"/>
    <dgm:cxn modelId="{85CEE2BE-0502-417F-9FCD-D191F509E313}" type="presParOf" srcId="{DA5C8BDB-D854-4606-B342-D6F87BFA5BD4}" destId="{0859E58C-8EAA-4EB9-BD48-2175E6B27DA9}" srcOrd="29" destOrd="0" presId="urn:microsoft.com/office/officeart/2005/8/layout/default"/>
    <dgm:cxn modelId="{F83E3C5D-0C1A-42AD-AF61-E7E1E314726F}" type="presParOf" srcId="{DA5C8BDB-D854-4606-B342-D6F87BFA5BD4}" destId="{C3AB6DCC-3B9F-4580-986A-D95D7D013317}" srcOrd="3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4577B1B-BB8D-460E-9317-E3C59FE767E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903C909-7C7D-4F88-AFAD-2D71A7E7FFEE}">
      <dgm:prSet/>
      <dgm:spPr/>
      <dgm:t>
        <a:bodyPr/>
        <a:lstStyle/>
        <a:p>
          <a:pPr>
            <a:lnSpc>
              <a:spcPct val="100000"/>
            </a:lnSpc>
          </a:pPr>
          <a:r>
            <a:rPr lang="en-US" dirty="0"/>
            <a:t>Users prefer </a:t>
          </a:r>
          <a:r>
            <a:rPr lang="en-US" b="1" dirty="0"/>
            <a:t>simple and explainable AI chatbots</a:t>
          </a:r>
          <a:r>
            <a:rPr lang="en-US" dirty="0"/>
            <a:t> </a:t>
          </a:r>
          <a:r>
            <a:rPr lang="en-US" i="1" dirty="0"/>
            <a:t>(Paper 1 &amp; 2)</a:t>
          </a:r>
          <a:endParaRPr lang="en-US" dirty="0"/>
        </a:p>
      </dgm:t>
    </dgm:pt>
    <dgm:pt modelId="{C7C50F38-D84B-4CA2-9E5E-2D3CBA01EFA0}" type="parTrans" cxnId="{7846C799-70B3-411D-BFB4-174BEC0E46F6}">
      <dgm:prSet/>
      <dgm:spPr/>
      <dgm:t>
        <a:bodyPr/>
        <a:lstStyle/>
        <a:p>
          <a:endParaRPr lang="en-US"/>
        </a:p>
      </dgm:t>
    </dgm:pt>
    <dgm:pt modelId="{8B8D807F-5FAC-46B1-9C7C-FEE604667A75}" type="sibTrans" cxnId="{7846C799-70B3-411D-BFB4-174BEC0E46F6}">
      <dgm:prSet/>
      <dgm:spPr/>
      <dgm:t>
        <a:bodyPr/>
        <a:lstStyle/>
        <a:p>
          <a:endParaRPr lang="en-US"/>
        </a:p>
      </dgm:t>
    </dgm:pt>
    <dgm:pt modelId="{030D498E-8C7A-4716-B4E8-1F733B778D9D}">
      <dgm:prSet/>
      <dgm:spPr/>
      <dgm:t>
        <a:bodyPr/>
        <a:lstStyle/>
        <a:p>
          <a:pPr>
            <a:lnSpc>
              <a:spcPct val="100000"/>
            </a:lnSpc>
            <a:buNone/>
          </a:pPr>
          <a:r>
            <a:rPr lang="en-US" dirty="0"/>
            <a:t>AI improves </a:t>
          </a:r>
          <a:r>
            <a:rPr lang="en-US" b="1" dirty="0"/>
            <a:t>triage accuracy and emergency response time</a:t>
          </a:r>
          <a:r>
            <a:rPr lang="en-US" dirty="0"/>
            <a:t> </a:t>
          </a:r>
          <a:r>
            <a:rPr lang="en-US" i="1" dirty="0"/>
            <a:t>(Paper 5 &amp; 6)</a:t>
          </a:r>
          <a:endParaRPr lang="en-US" dirty="0"/>
        </a:p>
      </dgm:t>
    </dgm:pt>
    <dgm:pt modelId="{E61A8167-759F-4BB3-BE5A-85BDA22F8560}" type="parTrans" cxnId="{10D96C06-C648-4A90-9615-FF0846D6BBEE}">
      <dgm:prSet/>
      <dgm:spPr/>
      <dgm:t>
        <a:bodyPr/>
        <a:lstStyle/>
        <a:p>
          <a:endParaRPr lang="en-US"/>
        </a:p>
      </dgm:t>
    </dgm:pt>
    <dgm:pt modelId="{D2F71D54-17C8-422B-A344-5E708C4DBB85}" type="sibTrans" cxnId="{10D96C06-C648-4A90-9615-FF0846D6BBEE}">
      <dgm:prSet/>
      <dgm:spPr/>
      <dgm:t>
        <a:bodyPr/>
        <a:lstStyle/>
        <a:p>
          <a:endParaRPr lang="en-US"/>
        </a:p>
      </dgm:t>
    </dgm:pt>
    <dgm:pt modelId="{8312A40D-C38F-4EBF-B9FB-55E01CA620CD}">
      <dgm:prSet/>
      <dgm:spPr/>
      <dgm:t>
        <a:bodyPr/>
        <a:lstStyle/>
        <a:p>
          <a:pPr>
            <a:lnSpc>
              <a:spcPct val="100000"/>
            </a:lnSpc>
            <a:buNone/>
          </a:pPr>
          <a:r>
            <a:rPr lang="en-US" dirty="0"/>
            <a:t>Trust depends on </a:t>
          </a:r>
          <a:r>
            <a:rPr lang="en-US" b="1" dirty="0"/>
            <a:t>data security and transparency</a:t>
          </a:r>
          <a:r>
            <a:rPr lang="en-US" dirty="0"/>
            <a:t> </a:t>
          </a:r>
          <a:r>
            <a:rPr lang="en-US" i="1" dirty="0"/>
            <a:t>(Paper 7)</a:t>
          </a:r>
          <a:endParaRPr lang="en-US" dirty="0"/>
        </a:p>
      </dgm:t>
    </dgm:pt>
    <dgm:pt modelId="{EB08EA9A-DC60-45C1-AE34-EB9ECFC5A81A}" type="parTrans" cxnId="{F5DF43DB-2FE1-42E9-B2C9-D4592346A249}">
      <dgm:prSet/>
      <dgm:spPr/>
      <dgm:t>
        <a:bodyPr/>
        <a:lstStyle/>
        <a:p>
          <a:endParaRPr lang="en-US"/>
        </a:p>
      </dgm:t>
    </dgm:pt>
    <dgm:pt modelId="{B7A6309A-6DDA-41DE-A7B0-F1D802CCE3DA}" type="sibTrans" cxnId="{F5DF43DB-2FE1-42E9-B2C9-D4592346A249}">
      <dgm:prSet/>
      <dgm:spPr/>
      <dgm:t>
        <a:bodyPr/>
        <a:lstStyle/>
        <a:p>
          <a:endParaRPr lang="en-US"/>
        </a:p>
      </dgm:t>
    </dgm:pt>
    <dgm:pt modelId="{C359F811-860C-4270-8968-799E9721946F}">
      <dgm:prSet/>
      <dgm:spPr/>
      <dgm:t>
        <a:bodyPr/>
        <a:lstStyle/>
        <a:p>
          <a:pPr>
            <a:lnSpc>
              <a:spcPct val="100000"/>
            </a:lnSpc>
            <a:buNone/>
          </a:pPr>
          <a:r>
            <a:rPr lang="en-US" dirty="0"/>
            <a:t>Doctors require </a:t>
          </a:r>
          <a:r>
            <a:rPr lang="en-US" b="1" dirty="0"/>
            <a:t>more reliable AI validation and accuracy</a:t>
          </a:r>
          <a:r>
            <a:rPr lang="en-US" dirty="0"/>
            <a:t> </a:t>
          </a:r>
          <a:r>
            <a:rPr lang="en-US" i="1" dirty="0"/>
            <a:t>(Paper 3)</a:t>
          </a:r>
          <a:endParaRPr lang="en-US" dirty="0"/>
        </a:p>
      </dgm:t>
    </dgm:pt>
    <dgm:pt modelId="{E9788875-96A3-4330-8555-6DCB6332B858}" type="parTrans" cxnId="{1FDDD397-DF81-46F8-9F57-AD37CF772F70}">
      <dgm:prSet/>
      <dgm:spPr/>
      <dgm:t>
        <a:bodyPr/>
        <a:lstStyle/>
        <a:p>
          <a:endParaRPr lang="en-US"/>
        </a:p>
      </dgm:t>
    </dgm:pt>
    <dgm:pt modelId="{39511777-2537-47BC-85BA-CD4AC66CC8C8}" type="sibTrans" cxnId="{1FDDD397-DF81-46F8-9F57-AD37CF772F70}">
      <dgm:prSet/>
      <dgm:spPr/>
      <dgm:t>
        <a:bodyPr/>
        <a:lstStyle/>
        <a:p>
          <a:endParaRPr lang="en-US"/>
        </a:p>
      </dgm:t>
    </dgm:pt>
    <dgm:pt modelId="{EC78C885-AE36-4797-8444-6B0E0FEDC7A9}">
      <dgm:prSet/>
      <dgm:spPr/>
      <dgm:t>
        <a:bodyPr/>
        <a:lstStyle/>
        <a:p>
          <a:pPr>
            <a:lnSpc>
              <a:spcPct val="100000"/>
            </a:lnSpc>
          </a:pPr>
          <a:r>
            <a:rPr lang="en-US" dirty="0"/>
            <a:t>Users expect </a:t>
          </a:r>
          <a:r>
            <a:rPr lang="en-US" b="1" dirty="0"/>
            <a:t>more personalized interaction and medical history consideration</a:t>
          </a:r>
          <a:r>
            <a:rPr lang="en-US" dirty="0"/>
            <a:t> </a:t>
          </a:r>
          <a:r>
            <a:rPr lang="en-US" i="1" dirty="0"/>
            <a:t>(Paper 2 &amp; 4)</a:t>
          </a:r>
          <a:endParaRPr lang="en-US" dirty="0"/>
        </a:p>
      </dgm:t>
    </dgm:pt>
    <dgm:pt modelId="{557509BC-88C3-422E-A609-728475DEEF8A}" type="parTrans" cxnId="{D7F2E6D5-026F-48B8-9710-B900548EF6DF}">
      <dgm:prSet/>
      <dgm:spPr/>
      <dgm:t>
        <a:bodyPr/>
        <a:lstStyle/>
        <a:p>
          <a:endParaRPr lang="en-US"/>
        </a:p>
      </dgm:t>
    </dgm:pt>
    <dgm:pt modelId="{F0B44442-8211-4C0D-87E5-7988DD57E264}" type="sibTrans" cxnId="{D7F2E6D5-026F-48B8-9710-B900548EF6DF}">
      <dgm:prSet/>
      <dgm:spPr/>
      <dgm:t>
        <a:bodyPr/>
        <a:lstStyle/>
        <a:p>
          <a:endParaRPr lang="en-US"/>
        </a:p>
      </dgm:t>
    </dgm:pt>
    <dgm:pt modelId="{A50106FE-57EE-48A9-8EE5-504ADE145C74}" type="pres">
      <dgm:prSet presAssocID="{D4577B1B-BB8D-460E-9317-E3C59FE767EA}" presName="root" presStyleCnt="0">
        <dgm:presLayoutVars>
          <dgm:dir/>
          <dgm:resizeHandles val="exact"/>
        </dgm:presLayoutVars>
      </dgm:prSet>
      <dgm:spPr/>
    </dgm:pt>
    <dgm:pt modelId="{5E029D2D-173F-4EB7-9DBF-F30153A62845}" type="pres">
      <dgm:prSet presAssocID="{F903C909-7C7D-4F88-AFAD-2D71A7E7FFEE}" presName="compNode" presStyleCnt="0"/>
      <dgm:spPr/>
    </dgm:pt>
    <dgm:pt modelId="{370E5773-985C-42A6-AC89-F1D5314C3402}" type="pres">
      <dgm:prSet presAssocID="{F903C909-7C7D-4F88-AFAD-2D71A7E7FFEE}" presName="bgRect" presStyleLbl="bgShp" presStyleIdx="0" presStyleCnt="5"/>
      <dgm:spPr/>
    </dgm:pt>
    <dgm:pt modelId="{B05D7F1A-5FD9-4696-9EFC-CE65883C0810}" type="pres">
      <dgm:prSet presAssocID="{F903C909-7C7D-4F88-AFAD-2D71A7E7FFE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AE7DF29D-F5A3-45D2-A8F3-997FF3FEDF65}" type="pres">
      <dgm:prSet presAssocID="{F903C909-7C7D-4F88-AFAD-2D71A7E7FFEE}" presName="spaceRect" presStyleCnt="0"/>
      <dgm:spPr/>
    </dgm:pt>
    <dgm:pt modelId="{014738B7-4BDD-4AF6-99E9-86B80F538E7B}" type="pres">
      <dgm:prSet presAssocID="{F903C909-7C7D-4F88-AFAD-2D71A7E7FFEE}" presName="parTx" presStyleLbl="revTx" presStyleIdx="0" presStyleCnt="5">
        <dgm:presLayoutVars>
          <dgm:chMax val="0"/>
          <dgm:chPref val="0"/>
        </dgm:presLayoutVars>
      </dgm:prSet>
      <dgm:spPr/>
    </dgm:pt>
    <dgm:pt modelId="{5509C4E8-7F20-4AE6-992C-BC499F0C52E5}" type="pres">
      <dgm:prSet presAssocID="{8B8D807F-5FAC-46B1-9C7C-FEE604667A75}" presName="sibTrans" presStyleCnt="0"/>
      <dgm:spPr/>
    </dgm:pt>
    <dgm:pt modelId="{6A3C5B6D-F142-4BF9-9BA3-18356BC1A286}" type="pres">
      <dgm:prSet presAssocID="{030D498E-8C7A-4716-B4E8-1F733B778D9D}" presName="compNode" presStyleCnt="0"/>
      <dgm:spPr/>
    </dgm:pt>
    <dgm:pt modelId="{27C8F7A6-3EA2-47FC-B11D-B78FB01E5518}" type="pres">
      <dgm:prSet presAssocID="{030D498E-8C7A-4716-B4E8-1F733B778D9D}" presName="bgRect" presStyleLbl="bgShp" presStyleIdx="1" presStyleCnt="5"/>
      <dgm:spPr/>
    </dgm:pt>
    <dgm:pt modelId="{84544A92-6854-4173-8A4E-1BE2E5E809F1}" type="pres">
      <dgm:prSet presAssocID="{030D498E-8C7A-4716-B4E8-1F733B778D9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opwatch"/>
        </a:ext>
      </dgm:extLst>
    </dgm:pt>
    <dgm:pt modelId="{5ACAF2A9-B1FB-4747-86C8-B5FE2E84A8FA}" type="pres">
      <dgm:prSet presAssocID="{030D498E-8C7A-4716-B4E8-1F733B778D9D}" presName="spaceRect" presStyleCnt="0"/>
      <dgm:spPr/>
    </dgm:pt>
    <dgm:pt modelId="{7611E3EA-DAA7-404B-81B3-66D9F6CC4F78}" type="pres">
      <dgm:prSet presAssocID="{030D498E-8C7A-4716-B4E8-1F733B778D9D}" presName="parTx" presStyleLbl="revTx" presStyleIdx="1" presStyleCnt="5">
        <dgm:presLayoutVars>
          <dgm:chMax val="0"/>
          <dgm:chPref val="0"/>
        </dgm:presLayoutVars>
      </dgm:prSet>
      <dgm:spPr/>
    </dgm:pt>
    <dgm:pt modelId="{5F755B24-F45C-47DE-88EC-5E5B6695134B}" type="pres">
      <dgm:prSet presAssocID="{D2F71D54-17C8-422B-A344-5E708C4DBB85}" presName="sibTrans" presStyleCnt="0"/>
      <dgm:spPr/>
    </dgm:pt>
    <dgm:pt modelId="{1B8F1854-3F1C-47AC-B634-6BB1AA3EE003}" type="pres">
      <dgm:prSet presAssocID="{8312A40D-C38F-4EBF-B9FB-55E01CA620CD}" presName="compNode" presStyleCnt="0"/>
      <dgm:spPr/>
    </dgm:pt>
    <dgm:pt modelId="{95C5AA25-D8C3-4A5D-A058-6448C7CD8AAE}" type="pres">
      <dgm:prSet presAssocID="{8312A40D-C38F-4EBF-B9FB-55E01CA620CD}" presName="bgRect" presStyleLbl="bgShp" presStyleIdx="2" presStyleCnt="5"/>
      <dgm:spPr/>
    </dgm:pt>
    <dgm:pt modelId="{1801F1DB-AFA4-47F5-BEAE-F9AA872A014D}" type="pres">
      <dgm:prSet presAssocID="{8312A40D-C38F-4EBF-B9FB-55E01CA620C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dicine"/>
        </a:ext>
      </dgm:extLst>
    </dgm:pt>
    <dgm:pt modelId="{8171DFF9-07D1-40A8-961C-54804CFC4B05}" type="pres">
      <dgm:prSet presAssocID="{8312A40D-C38F-4EBF-B9FB-55E01CA620CD}" presName="spaceRect" presStyleCnt="0"/>
      <dgm:spPr/>
    </dgm:pt>
    <dgm:pt modelId="{68767245-3BB5-457D-B395-DC4B08E603C3}" type="pres">
      <dgm:prSet presAssocID="{8312A40D-C38F-4EBF-B9FB-55E01CA620CD}" presName="parTx" presStyleLbl="revTx" presStyleIdx="2" presStyleCnt="5">
        <dgm:presLayoutVars>
          <dgm:chMax val="0"/>
          <dgm:chPref val="0"/>
        </dgm:presLayoutVars>
      </dgm:prSet>
      <dgm:spPr/>
    </dgm:pt>
    <dgm:pt modelId="{D424D197-6D36-4E97-A2DC-87815EB83D60}" type="pres">
      <dgm:prSet presAssocID="{B7A6309A-6DDA-41DE-A7B0-F1D802CCE3DA}" presName="sibTrans" presStyleCnt="0"/>
      <dgm:spPr/>
    </dgm:pt>
    <dgm:pt modelId="{5D3F6E9F-4596-446A-8B80-2C126755A863}" type="pres">
      <dgm:prSet presAssocID="{C359F811-860C-4270-8968-799E9721946F}" presName="compNode" presStyleCnt="0"/>
      <dgm:spPr/>
    </dgm:pt>
    <dgm:pt modelId="{5236E7AE-1834-4BB2-BA69-CB9AE0B7F7C4}" type="pres">
      <dgm:prSet presAssocID="{C359F811-860C-4270-8968-799E9721946F}" presName="bgRect" presStyleLbl="bgShp" presStyleIdx="3" presStyleCnt="5"/>
      <dgm:spPr/>
    </dgm:pt>
    <dgm:pt modelId="{415E9753-B77B-436F-AFA9-7B6631246759}" type="pres">
      <dgm:prSet presAssocID="{C359F811-860C-4270-8968-799E972194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rain in head"/>
        </a:ext>
      </dgm:extLst>
    </dgm:pt>
    <dgm:pt modelId="{DD57B74D-5DC8-435B-A276-1BEB74D21377}" type="pres">
      <dgm:prSet presAssocID="{C359F811-860C-4270-8968-799E9721946F}" presName="spaceRect" presStyleCnt="0"/>
      <dgm:spPr/>
    </dgm:pt>
    <dgm:pt modelId="{5D3D2DD8-718D-4B1E-9024-DCB4809DA4C2}" type="pres">
      <dgm:prSet presAssocID="{C359F811-860C-4270-8968-799E9721946F}" presName="parTx" presStyleLbl="revTx" presStyleIdx="3" presStyleCnt="5">
        <dgm:presLayoutVars>
          <dgm:chMax val="0"/>
          <dgm:chPref val="0"/>
        </dgm:presLayoutVars>
      </dgm:prSet>
      <dgm:spPr/>
    </dgm:pt>
    <dgm:pt modelId="{7882BA4F-632F-4ACE-8AC1-EA7292717EEF}" type="pres">
      <dgm:prSet presAssocID="{39511777-2537-47BC-85BA-CD4AC66CC8C8}" presName="sibTrans" presStyleCnt="0"/>
      <dgm:spPr/>
    </dgm:pt>
    <dgm:pt modelId="{DC055F8E-E2AD-41D5-918B-C33D327C7BE2}" type="pres">
      <dgm:prSet presAssocID="{EC78C885-AE36-4797-8444-6B0E0FEDC7A9}" presName="compNode" presStyleCnt="0"/>
      <dgm:spPr/>
    </dgm:pt>
    <dgm:pt modelId="{8CB5F6C0-AE49-443E-9B87-24EB9717FF4E}" type="pres">
      <dgm:prSet presAssocID="{EC78C885-AE36-4797-8444-6B0E0FEDC7A9}" presName="bgRect" presStyleLbl="bgShp" presStyleIdx="4" presStyleCnt="5"/>
      <dgm:spPr/>
    </dgm:pt>
    <dgm:pt modelId="{618BA8AE-5954-4326-AF1B-7B2CF4DC17DF}" type="pres">
      <dgm:prSet presAssocID="{EC78C885-AE36-4797-8444-6B0E0FEDC7A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Lock"/>
        </a:ext>
      </dgm:extLst>
    </dgm:pt>
    <dgm:pt modelId="{8BBE0652-D297-4645-AE1B-0EC5DE1AF178}" type="pres">
      <dgm:prSet presAssocID="{EC78C885-AE36-4797-8444-6B0E0FEDC7A9}" presName="spaceRect" presStyleCnt="0"/>
      <dgm:spPr/>
    </dgm:pt>
    <dgm:pt modelId="{02978A8C-C7BF-4999-B547-09C0D92BB2FF}" type="pres">
      <dgm:prSet presAssocID="{EC78C885-AE36-4797-8444-6B0E0FEDC7A9}" presName="parTx" presStyleLbl="revTx" presStyleIdx="4" presStyleCnt="5">
        <dgm:presLayoutVars>
          <dgm:chMax val="0"/>
          <dgm:chPref val="0"/>
        </dgm:presLayoutVars>
      </dgm:prSet>
      <dgm:spPr/>
    </dgm:pt>
  </dgm:ptLst>
  <dgm:cxnLst>
    <dgm:cxn modelId="{D860CF01-31BF-4443-9A88-22AFAB91BEFF}" type="presOf" srcId="{D4577B1B-BB8D-460E-9317-E3C59FE767EA}" destId="{A50106FE-57EE-48A9-8EE5-504ADE145C74}" srcOrd="0" destOrd="0" presId="urn:microsoft.com/office/officeart/2018/2/layout/IconVerticalSolidList"/>
    <dgm:cxn modelId="{10D96C06-C648-4A90-9615-FF0846D6BBEE}" srcId="{D4577B1B-BB8D-460E-9317-E3C59FE767EA}" destId="{030D498E-8C7A-4716-B4E8-1F733B778D9D}" srcOrd="1" destOrd="0" parTransId="{E61A8167-759F-4BB3-BE5A-85BDA22F8560}" sibTransId="{D2F71D54-17C8-422B-A344-5E708C4DBB85}"/>
    <dgm:cxn modelId="{C2177022-E2AC-456E-ADF9-9EF736F935E0}" type="presOf" srcId="{F903C909-7C7D-4F88-AFAD-2D71A7E7FFEE}" destId="{014738B7-4BDD-4AF6-99E9-86B80F538E7B}" srcOrd="0" destOrd="0" presId="urn:microsoft.com/office/officeart/2018/2/layout/IconVerticalSolidList"/>
    <dgm:cxn modelId="{FE882B7A-31AE-4645-96E9-1A3623584E5B}" type="presOf" srcId="{EC78C885-AE36-4797-8444-6B0E0FEDC7A9}" destId="{02978A8C-C7BF-4999-B547-09C0D92BB2FF}" srcOrd="0" destOrd="0" presId="urn:microsoft.com/office/officeart/2018/2/layout/IconVerticalSolidList"/>
    <dgm:cxn modelId="{0239097F-D5E1-4CCB-B1A6-98F4801DA7A2}" type="presOf" srcId="{030D498E-8C7A-4716-B4E8-1F733B778D9D}" destId="{7611E3EA-DAA7-404B-81B3-66D9F6CC4F78}" srcOrd="0" destOrd="0" presId="urn:microsoft.com/office/officeart/2018/2/layout/IconVerticalSolidList"/>
    <dgm:cxn modelId="{1FDDD397-DF81-46F8-9F57-AD37CF772F70}" srcId="{D4577B1B-BB8D-460E-9317-E3C59FE767EA}" destId="{C359F811-860C-4270-8968-799E9721946F}" srcOrd="3" destOrd="0" parTransId="{E9788875-96A3-4330-8555-6DCB6332B858}" sibTransId="{39511777-2537-47BC-85BA-CD4AC66CC8C8}"/>
    <dgm:cxn modelId="{7846C799-70B3-411D-BFB4-174BEC0E46F6}" srcId="{D4577B1B-BB8D-460E-9317-E3C59FE767EA}" destId="{F903C909-7C7D-4F88-AFAD-2D71A7E7FFEE}" srcOrd="0" destOrd="0" parTransId="{C7C50F38-D84B-4CA2-9E5E-2D3CBA01EFA0}" sibTransId="{8B8D807F-5FAC-46B1-9C7C-FEE604667A75}"/>
    <dgm:cxn modelId="{D7F2E6D5-026F-48B8-9710-B900548EF6DF}" srcId="{D4577B1B-BB8D-460E-9317-E3C59FE767EA}" destId="{EC78C885-AE36-4797-8444-6B0E0FEDC7A9}" srcOrd="4" destOrd="0" parTransId="{557509BC-88C3-422E-A609-728475DEEF8A}" sibTransId="{F0B44442-8211-4C0D-87E5-7988DD57E264}"/>
    <dgm:cxn modelId="{F5DF43DB-2FE1-42E9-B2C9-D4592346A249}" srcId="{D4577B1B-BB8D-460E-9317-E3C59FE767EA}" destId="{8312A40D-C38F-4EBF-B9FB-55E01CA620CD}" srcOrd="2" destOrd="0" parTransId="{EB08EA9A-DC60-45C1-AE34-EB9ECFC5A81A}" sibTransId="{B7A6309A-6DDA-41DE-A7B0-F1D802CCE3DA}"/>
    <dgm:cxn modelId="{112991E9-4C7B-4AFE-BA4E-C6D4A9BA5316}" type="presOf" srcId="{8312A40D-C38F-4EBF-B9FB-55E01CA620CD}" destId="{68767245-3BB5-457D-B395-DC4B08E603C3}" srcOrd="0" destOrd="0" presId="urn:microsoft.com/office/officeart/2018/2/layout/IconVerticalSolidList"/>
    <dgm:cxn modelId="{B13D06F8-1797-4E5D-B02E-008213645FEE}" type="presOf" srcId="{C359F811-860C-4270-8968-799E9721946F}" destId="{5D3D2DD8-718D-4B1E-9024-DCB4809DA4C2}" srcOrd="0" destOrd="0" presId="urn:microsoft.com/office/officeart/2018/2/layout/IconVerticalSolidList"/>
    <dgm:cxn modelId="{289637E3-67D2-4951-9EE3-83832FECEB34}" type="presParOf" srcId="{A50106FE-57EE-48A9-8EE5-504ADE145C74}" destId="{5E029D2D-173F-4EB7-9DBF-F30153A62845}" srcOrd="0" destOrd="0" presId="urn:microsoft.com/office/officeart/2018/2/layout/IconVerticalSolidList"/>
    <dgm:cxn modelId="{E2621B95-232B-4E64-B20E-BD53E81FBCE3}" type="presParOf" srcId="{5E029D2D-173F-4EB7-9DBF-F30153A62845}" destId="{370E5773-985C-42A6-AC89-F1D5314C3402}" srcOrd="0" destOrd="0" presId="urn:microsoft.com/office/officeart/2018/2/layout/IconVerticalSolidList"/>
    <dgm:cxn modelId="{655B0F07-67BA-43F2-AD9F-295E125BE881}" type="presParOf" srcId="{5E029D2D-173F-4EB7-9DBF-F30153A62845}" destId="{B05D7F1A-5FD9-4696-9EFC-CE65883C0810}" srcOrd="1" destOrd="0" presId="urn:microsoft.com/office/officeart/2018/2/layout/IconVerticalSolidList"/>
    <dgm:cxn modelId="{946B3FE7-E7E8-449A-A3E0-92A1DAE7CC9F}" type="presParOf" srcId="{5E029D2D-173F-4EB7-9DBF-F30153A62845}" destId="{AE7DF29D-F5A3-45D2-A8F3-997FF3FEDF65}" srcOrd="2" destOrd="0" presId="urn:microsoft.com/office/officeart/2018/2/layout/IconVerticalSolidList"/>
    <dgm:cxn modelId="{1E3D1D11-9A19-43CD-876C-674A7ED80701}" type="presParOf" srcId="{5E029D2D-173F-4EB7-9DBF-F30153A62845}" destId="{014738B7-4BDD-4AF6-99E9-86B80F538E7B}" srcOrd="3" destOrd="0" presId="urn:microsoft.com/office/officeart/2018/2/layout/IconVerticalSolidList"/>
    <dgm:cxn modelId="{78024B5A-988B-4D40-8FAD-7620C0590274}" type="presParOf" srcId="{A50106FE-57EE-48A9-8EE5-504ADE145C74}" destId="{5509C4E8-7F20-4AE6-992C-BC499F0C52E5}" srcOrd="1" destOrd="0" presId="urn:microsoft.com/office/officeart/2018/2/layout/IconVerticalSolidList"/>
    <dgm:cxn modelId="{3781E64C-2F21-4F3F-915E-5BCF646B2C43}" type="presParOf" srcId="{A50106FE-57EE-48A9-8EE5-504ADE145C74}" destId="{6A3C5B6D-F142-4BF9-9BA3-18356BC1A286}" srcOrd="2" destOrd="0" presId="urn:microsoft.com/office/officeart/2018/2/layout/IconVerticalSolidList"/>
    <dgm:cxn modelId="{3DA992B3-256D-419A-B7D0-5341378E95D3}" type="presParOf" srcId="{6A3C5B6D-F142-4BF9-9BA3-18356BC1A286}" destId="{27C8F7A6-3EA2-47FC-B11D-B78FB01E5518}" srcOrd="0" destOrd="0" presId="urn:microsoft.com/office/officeart/2018/2/layout/IconVerticalSolidList"/>
    <dgm:cxn modelId="{2B070D2F-69F7-451C-AE51-4F91A469D8A0}" type="presParOf" srcId="{6A3C5B6D-F142-4BF9-9BA3-18356BC1A286}" destId="{84544A92-6854-4173-8A4E-1BE2E5E809F1}" srcOrd="1" destOrd="0" presId="urn:microsoft.com/office/officeart/2018/2/layout/IconVerticalSolidList"/>
    <dgm:cxn modelId="{0535024F-9846-424B-AD68-4FA0742A5B57}" type="presParOf" srcId="{6A3C5B6D-F142-4BF9-9BA3-18356BC1A286}" destId="{5ACAF2A9-B1FB-4747-86C8-B5FE2E84A8FA}" srcOrd="2" destOrd="0" presId="urn:microsoft.com/office/officeart/2018/2/layout/IconVerticalSolidList"/>
    <dgm:cxn modelId="{BEAFED67-205F-4051-BC51-E439898A90AA}" type="presParOf" srcId="{6A3C5B6D-F142-4BF9-9BA3-18356BC1A286}" destId="{7611E3EA-DAA7-404B-81B3-66D9F6CC4F78}" srcOrd="3" destOrd="0" presId="urn:microsoft.com/office/officeart/2018/2/layout/IconVerticalSolidList"/>
    <dgm:cxn modelId="{BE554969-20B2-4683-8B72-189049EEAF62}" type="presParOf" srcId="{A50106FE-57EE-48A9-8EE5-504ADE145C74}" destId="{5F755B24-F45C-47DE-88EC-5E5B6695134B}" srcOrd="3" destOrd="0" presId="urn:microsoft.com/office/officeart/2018/2/layout/IconVerticalSolidList"/>
    <dgm:cxn modelId="{75CF0E34-B085-4CE6-BD9E-43EF9B080ED3}" type="presParOf" srcId="{A50106FE-57EE-48A9-8EE5-504ADE145C74}" destId="{1B8F1854-3F1C-47AC-B634-6BB1AA3EE003}" srcOrd="4" destOrd="0" presId="urn:microsoft.com/office/officeart/2018/2/layout/IconVerticalSolidList"/>
    <dgm:cxn modelId="{42E272F2-E8A7-4CD0-AD2B-304532E1D4A1}" type="presParOf" srcId="{1B8F1854-3F1C-47AC-B634-6BB1AA3EE003}" destId="{95C5AA25-D8C3-4A5D-A058-6448C7CD8AAE}" srcOrd="0" destOrd="0" presId="urn:microsoft.com/office/officeart/2018/2/layout/IconVerticalSolidList"/>
    <dgm:cxn modelId="{78AADE54-EF28-4336-A4E4-42F5B8D17217}" type="presParOf" srcId="{1B8F1854-3F1C-47AC-B634-6BB1AA3EE003}" destId="{1801F1DB-AFA4-47F5-BEAE-F9AA872A014D}" srcOrd="1" destOrd="0" presId="urn:microsoft.com/office/officeart/2018/2/layout/IconVerticalSolidList"/>
    <dgm:cxn modelId="{AE9FA7A5-1D35-4266-A0AB-CF2A1B0AA917}" type="presParOf" srcId="{1B8F1854-3F1C-47AC-B634-6BB1AA3EE003}" destId="{8171DFF9-07D1-40A8-961C-54804CFC4B05}" srcOrd="2" destOrd="0" presId="urn:microsoft.com/office/officeart/2018/2/layout/IconVerticalSolidList"/>
    <dgm:cxn modelId="{69C8ADEF-3423-489D-BA4B-A23C1FB9EB34}" type="presParOf" srcId="{1B8F1854-3F1C-47AC-B634-6BB1AA3EE003}" destId="{68767245-3BB5-457D-B395-DC4B08E603C3}" srcOrd="3" destOrd="0" presId="urn:microsoft.com/office/officeart/2018/2/layout/IconVerticalSolidList"/>
    <dgm:cxn modelId="{F7B50F93-A9A2-470C-BA43-0C5458A5287F}" type="presParOf" srcId="{A50106FE-57EE-48A9-8EE5-504ADE145C74}" destId="{D424D197-6D36-4E97-A2DC-87815EB83D60}" srcOrd="5" destOrd="0" presId="urn:microsoft.com/office/officeart/2018/2/layout/IconVerticalSolidList"/>
    <dgm:cxn modelId="{CFA80997-DC61-4C89-80FF-718BB66475B4}" type="presParOf" srcId="{A50106FE-57EE-48A9-8EE5-504ADE145C74}" destId="{5D3F6E9F-4596-446A-8B80-2C126755A863}" srcOrd="6" destOrd="0" presId="urn:microsoft.com/office/officeart/2018/2/layout/IconVerticalSolidList"/>
    <dgm:cxn modelId="{46AF1174-1AAB-46AB-A82D-15960B7C2463}" type="presParOf" srcId="{5D3F6E9F-4596-446A-8B80-2C126755A863}" destId="{5236E7AE-1834-4BB2-BA69-CB9AE0B7F7C4}" srcOrd="0" destOrd="0" presId="urn:microsoft.com/office/officeart/2018/2/layout/IconVerticalSolidList"/>
    <dgm:cxn modelId="{1F1926FD-C099-4C96-B9AC-0A299D414408}" type="presParOf" srcId="{5D3F6E9F-4596-446A-8B80-2C126755A863}" destId="{415E9753-B77B-436F-AFA9-7B6631246759}" srcOrd="1" destOrd="0" presId="urn:microsoft.com/office/officeart/2018/2/layout/IconVerticalSolidList"/>
    <dgm:cxn modelId="{8718EF0E-3842-4C62-B5A0-75632151D985}" type="presParOf" srcId="{5D3F6E9F-4596-446A-8B80-2C126755A863}" destId="{DD57B74D-5DC8-435B-A276-1BEB74D21377}" srcOrd="2" destOrd="0" presId="urn:microsoft.com/office/officeart/2018/2/layout/IconVerticalSolidList"/>
    <dgm:cxn modelId="{4AF563C2-FD19-4BF1-A860-89A8AE3625D6}" type="presParOf" srcId="{5D3F6E9F-4596-446A-8B80-2C126755A863}" destId="{5D3D2DD8-718D-4B1E-9024-DCB4809DA4C2}" srcOrd="3" destOrd="0" presId="urn:microsoft.com/office/officeart/2018/2/layout/IconVerticalSolidList"/>
    <dgm:cxn modelId="{33A39064-596F-4684-897C-8B14BFDCEB3E}" type="presParOf" srcId="{A50106FE-57EE-48A9-8EE5-504ADE145C74}" destId="{7882BA4F-632F-4ACE-8AC1-EA7292717EEF}" srcOrd="7" destOrd="0" presId="urn:microsoft.com/office/officeart/2018/2/layout/IconVerticalSolidList"/>
    <dgm:cxn modelId="{AAE8C6A1-A1D4-4DEB-8346-C71C6A6977F9}" type="presParOf" srcId="{A50106FE-57EE-48A9-8EE5-504ADE145C74}" destId="{DC055F8E-E2AD-41D5-918B-C33D327C7BE2}" srcOrd="8" destOrd="0" presId="urn:microsoft.com/office/officeart/2018/2/layout/IconVerticalSolidList"/>
    <dgm:cxn modelId="{F5075B75-62A5-4255-8A33-C589689625D6}" type="presParOf" srcId="{DC055F8E-E2AD-41D5-918B-C33D327C7BE2}" destId="{8CB5F6C0-AE49-443E-9B87-24EB9717FF4E}" srcOrd="0" destOrd="0" presId="urn:microsoft.com/office/officeart/2018/2/layout/IconVerticalSolidList"/>
    <dgm:cxn modelId="{47783FE3-FACD-49B3-8176-575D41B75DA6}" type="presParOf" srcId="{DC055F8E-E2AD-41D5-918B-C33D327C7BE2}" destId="{618BA8AE-5954-4326-AF1B-7B2CF4DC17DF}" srcOrd="1" destOrd="0" presId="urn:microsoft.com/office/officeart/2018/2/layout/IconVerticalSolidList"/>
    <dgm:cxn modelId="{4AC72156-B23A-4F67-8828-D9EBE1817E48}" type="presParOf" srcId="{DC055F8E-E2AD-41D5-918B-C33D327C7BE2}" destId="{8BBE0652-D297-4645-AE1B-0EC5DE1AF178}" srcOrd="2" destOrd="0" presId="urn:microsoft.com/office/officeart/2018/2/layout/IconVerticalSolidList"/>
    <dgm:cxn modelId="{E3CB8466-EC60-46F5-8DFA-0B25C9EC084B}" type="presParOf" srcId="{DC055F8E-E2AD-41D5-918B-C33D327C7BE2}" destId="{02978A8C-C7BF-4999-B547-09C0D92BB2F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89AA47-7E50-45FE-9F6A-95155A8C7107}">
      <dsp:nvSpPr>
        <dsp:cNvPr id="0" name=""/>
        <dsp:cNvSpPr/>
      </dsp:nvSpPr>
      <dsp:spPr>
        <a:xfrm>
          <a:off x="0" y="18322"/>
          <a:ext cx="9198864" cy="561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Faster emergency response</a:t>
          </a:r>
          <a:endParaRPr lang="en-US" sz="1800" kern="1200" dirty="0"/>
        </a:p>
      </dsp:txBody>
      <dsp:txXfrm>
        <a:off x="27415" y="45737"/>
        <a:ext cx="9144034" cy="506770"/>
      </dsp:txXfrm>
    </dsp:sp>
    <dsp:sp modelId="{7A8BBF18-B16C-4F6E-BA8C-40C5E0D97481}">
      <dsp:nvSpPr>
        <dsp:cNvPr id="0" name=""/>
        <dsp:cNvSpPr/>
      </dsp:nvSpPr>
      <dsp:spPr>
        <a:xfrm>
          <a:off x="0" y="666322"/>
          <a:ext cx="9198864" cy="561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Smart AI-based symptom analysis</a:t>
          </a:r>
          <a:endParaRPr lang="en-US" sz="1800" kern="1200" dirty="0"/>
        </a:p>
      </dsp:txBody>
      <dsp:txXfrm>
        <a:off x="27415" y="693737"/>
        <a:ext cx="9144034" cy="506770"/>
      </dsp:txXfrm>
    </dsp:sp>
    <dsp:sp modelId="{3E5EE79E-D10E-4588-99A3-3034A6AE1F90}">
      <dsp:nvSpPr>
        <dsp:cNvPr id="0" name=""/>
        <dsp:cNvSpPr/>
      </dsp:nvSpPr>
      <dsp:spPr>
        <a:xfrm>
          <a:off x="0" y="1314322"/>
          <a:ext cx="9198864" cy="561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Medicine availability tracking</a:t>
          </a:r>
          <a:endParaRPr lang="en-US" sz="1800" kern="1200"/>
        </a:p>
      </dsp:txBody>
      <dsp:txXfrm>
        <a:off x="27415" y="1341737"/>
        <a:ext cx="9144034" cy="506770"/>
      </dsp:txXfrm>
    </dsp:sp>
    <dsp:sp modelId="{009235FA-0E82-422D-90F0-23ECB2030004}">
      <dsp:nvSpPr>
        <dsp:cNvPr id="0" name=""/>
        <dsp:cNvSpPr/>
      </dsp:nvSpPr>
      <dsp:spPr>
        <a:xfrm>
          <a:off x="0" y="1962322"/>
          <a:ext cx="9198864" cy="561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Secure patient data sharing</a:t>
          </a:r>
          <a:endParaRPr lang="en-US" sz="1800" kern="1200"/>
        </a:p>
      </dsp:txBody>
      <dsp:txXfrm>
        <a:off x="27415" y="1989737"/>
        <a:ext cx="9144034" cy="5067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E5773-985C-42A6-AC89-F1D5314C3402}">
      <dsp:nvSpPr>
        <dsp:cNvPr id="0" name=""/>
        <dsp:cNvSpPr/>
      </dsp:nvSpPr>
      <dsp:spPr>
        <a:xfrm>
          <a:off x="0" y="3547"/>
          <a:ext cx="10404474"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5D7F1A-5FD9-4696-9EFC-CE65883C0810}">
      <dsp:nvSpPr>
        <dsp:cNvPr id="0" name=""/>
        <dsp:cNvSpPr/>
      </dsp:nvSpPr>
      <dsp:spPr>
        <a:xfrm>
          <a:off x="228546" y="173540"/>
          <a:ext cx="415539" cy="4155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4738B7-4BDD-4AF6-99E9-86B80F538E7B}">
      <dsp:nvSpPr>
        <dsp:cNvPr id="0" name=""/>
        <dsp:cNvSpPr/>
      </dsp:nvSpPr>
      <dsp:spPr>
        <a:xfrm>
          <a:off x="872632" y="3547"/>
          <a:ext cx="9531842"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GB" sz="1900" kern="1200" dirty="0"/>
            <a:t>To develop an integrated AI-based healthcare platform that:</a:t>
          </a:r>
          <a:endParaRPr lang="en-US" sz="1900" kern="1200" dirty="0"/>
        </a:p>
      </dsp:txBody>
      <dsp:txXfrm>
        <a:off x="872632" y="3547"/>
        <a:ext cx="9531842" cy="755525"/>
      </dsp:txXfrm>
    </dsp:sp>
    <dsp:sp modelId="{27C8F7A6-3EA2-47FC-B11D-B78FB01E5518}">
      <dsp:nvSpPr>
        <dsp:cNvPr id="0" name=""/>
        <dsp:cNvSpPr/>
      </dsp:nvSpPr>
      <dsp:spPr>
        <a:xfrm>
          <a:off x="0" y="947954"/>
          <a:ext cx="10404474"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544A92-6854-4173-8A4E-1BE2E5E809F1}">
      <dsp:nvSpPr>
        <dsp:cNvPr id="0" name=""/>
        <dsp:cNvSpPr/>
      </dsp:nvSpPr>
      <dsp:spPr>
        <a:xfrm>
          <a:off x="228546" y="1117947"/>
          <a:ext cx="415539" cy="4155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11E3EA-DAA7-404B-81B3-66D9F6CC4F78}">
      <dsp:nvSpPr>
        <dsp:cNvPr id="0" name=""/>
        <dsp:cNvSpPr/>
      </dsp:nvSpPr>
      <dsp:spPr>
        <a:xfrm>
          <a:off x="872632" y="947954"/>
          <a:ext cx="9531842"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GB" sz="1900" kern="1200"/>
            <a:t>Reduces emergency response time</a:t>
          </a:r>
          <a:endParaRPr lang="en-US" sz="1900" kern="1200"/>
        </a:p>
      </dsp:txBody>
      <dsp:txXfrm>
        <a:off x="872632" y="947954"/>
        <a:ext cx="9531842" cy="755525"/>
      </dsp:txXfrm>
    </dsp:sp>
    <dsp:sp modelId="{95C5AA25-D8C3-4A5D-A058-6448C7CD8AAE}">
      <dsp:nvSpPr>
        <dsp:cNvPr id="0" name=""/>
        <dsp:cNvSpPr/>
      </dsp:nvSpPr>
      <dsp:spPr>
        <a:xfrm>
          <a:off x="0" y="1892362"/>
          <a:ext cx="10404474"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01F1DB-AFA4-47F5-BEAE-F9AA872A014D}">
      <dsp:nvSpPr>
        <dsp:cNvPr id="0" name=""/>
        <dsp:cNvSpPr/>
      </dsp:nvSpPr>
      <dsp:spPr>
        <a:xfrm>
          <a:off x="228546" y="2062355"/>
          <a:ext cx="415539" cy="4155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767245-3BB5-457D-B395-DC4B08E603C3}">
      <dsp:nvSpPr>
        <dsp:cNvPr id="0" name=""/>
        <dsp:cNvSpPr/>
      </dsp:nvSpPr>
      <dsp:spPr>
        <a:xfrm>
          <a:off x="872632" y="1892362"/>
          <a:ext cx="9531842"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GB" sz="1900" kern="1200"/>
            <a:t>Connects patients, clinics, and pharmacies</a:t>
          </a:r>
          <a:endParaRPr lang="en-US" sz="1900" kern="1200"/>
        </a:p>
      </dsp:txBody>
      <dsp:txXfrm>
        <a:off x="872632" y="1892362"/>
        <a:ext cx="9531842" cy="755525"/>
      </dsp:txXfrm>
    </dsp:sp>
    <dsp:sp modelId="{5236E7AE-1834-4BB2-BA69-CB9AE0B7F7C4}">
      <dsp:nvSpPr>
        <dsp:cNvPr id="0" name=""/>
        <dsp:cNvSpPr/>
      </dsp:nvSpPr>
      <dsp:spPr>
        <a:xfrm>
          <a:off x="0" y="2836769"/>
          <a:ext cx="10404474"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5E9753-B77B-436F-AFA9-7B6631246759}">
      <dsp:nvSpPr>
        <dsp:cNvPr id="0" name=""/>
        <dsp:cNvSpPr/>
      </dsp:nvSpPr>
      <dsp:spPr>
        <a:xfrm>
          <a:off x="228546" y="3006762"/>
          <a:ext cx="415539" cy="4155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3D2DD8-718D-4B1E-9024-DCB4809DA4C2}">
      <dsp:nvSpPr>
        <dsp:cNvPr id="0" name=""/>
        <dsp:cNvSpPr/>
      </dsp:nvSpPr>
      <dsp:spPr>
        <a:xfrm>
          <a:off x="872632" y="2836769"/>
          <a:ext cx="9531842"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GB" sz="1900" kern="1200"/>
            <a:t>Provides AI-powered symptom analysis</a:t>
          </a:r>
          <a:endParaRPr lang="en-US" sz="1900" kern="1200"/>
        </a:p>
      </dsp:txBody>
      <dsp:txXfrm>
        <a:off x="872632" y="2836769"/>
        <a:ext cx="9531842" cy="755525"/>
      </dsp:txXfrm>
    </dsp:sp>
    <dsp:sp modelId="{8CB5F6C0-AE49-443E-9B87-24EB9717FF4E}">
      <dsp:nvSpPr>
        <dsp:cNvPr id="0" name=""/>
        <dsp:cNvSpPr/>
      </dsp:nvSpPr>
      <dsp:spPr>
        <a:xfrm>
          <a:off x="0" y="3781176"/>
          <a:ext cx="10404474"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8BA8AE-5954-4326-AF1B-7B2CF4DC17DF}">
      <dsp:nvSpPr>
        <dsp:cNvPr id="0" name=""/>
        <dsp:cNvSpPr/>
      </dsp:nvSpPr>
      <dsp:spPr>
        <a:xfrm>
          <a:off x="228546" y="3951170"/>
          <a:ext cx="415539" cy="41553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978A8C-C7BF-4999-B547-09C0D92BB2FF}">
      <dsp:nvSpPr>
        <dsp:cNvPr id="0" name=""/>
        <dsp:cNvSpPr/>
      </dsp:nvSpPr>
      <dsp:spPr>
        <a:xfrm>
          <a:off x="872632" y="3781176"/>
          <a:ext cx="9531842"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GB" sz="1900" kern="1200"/>
            <a:t>Ensures secure and consent-based data access</a:t>
          </a:r>
          <a:endParaRPr lang="en-US" sz="1900" kern="1200"/>
        </a:p>
      </dsp:txBody>
      <dsp:txXfrm>
        <a:off x="872632" y="3781176"/>
        <a:ext cx="9531842" cy="7555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84FB84-4804-41A5-AE7C-0FD71CC8F6A0}">
      <dsp:nvSpPr>
        <dsp:cNvPr id="0" name=""/>
        <dsp:cNvSpPr/>
      </dsp:nvSpPr>
      <dsp:spPr>
        <a:xfrm>
          <a:off x="2151870" y="0"/>
          <a:ext cx="8607482" cy="77783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009" tIns="197570" rIns="167009" bIns="197570" numCol="1" spcCol="1270" anchor="ctr" anchorCtr="0">
          <a:noAutofit/>
        </a:bodyPr>
        <a:lstStyle/>
        <a:p>
          <a:pPr marL="0" lvl="0" indent="0" algn="l" defTabSz="1066800">
            <a:lnSpc>
              <a:spcPct val="90000"/>
            </a:lnSpc>
            <a:spcBef>
              <a:spcPct val="0"/>
            </a:spcBef>
            <a:spcAft>
              <a:spcPct val="35000"/>
            </a:spcAft>
            <a:buNone/>
          </a:pPr>
          <a:r>
            <a:rPr lang="en-US" sz="2400" kern="1200"/>
            <a:t>Develop SOS-based emergency alert system</a:t>
          </a:r>
        </a:p>
      </dsp:txBody>
      <dsp:txXfrm>
        <a:off x="2151870" y="0"/>
        <a:ext cx="8607482" cy="777834"/>
      </dsp:txXfrm>
    </dsp:sp>
    <dsp:sp modelId="{762447FE-5038-4A95-88FA-8136320DD5F1}">
      <dsp:nvSpPr>
        <dsp:cNvPr id="0" name=""/>
        <dsp:cNvSpPr/>
      </dsp:nvSpPr>
      <dsp:spPr>
        <a:xfrm>
          <a:off x="0" y="1772"/>
          <a:ext cx="2151870" cy="777834"/>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70" tIns="76833" rIns="113870" bIns="76833" numCol="1" spcCol="1270" anchor="ctr" anchorCtr="0">
          <a:noAutofit/>
        </a:bodyPr>
        <a:lstStyle/>
        <a:p>
          <a:pPr marL="0" lvl="0" indent="0" algn="ctr" defTabSz="1244600">
            <a:lnSpc>
              <a:spcPct val="90000"/>
            </a:lnSpc>
            <a:spcBef>
              <a:spcPct val="0"/>
            </a:spcBef>
            <a:spcAft>
              <a:spcPct val="35000"/>
            </a:spcAft>
            <a:buNone/>
          </a:pPr>
          <a:r>
            <a:rPr lang="en-US" sz="2800" kern="1200"/>
            <a:t>Develop</a:t>
          </a:r>
        </a:p>
      </dsp:txBody>
      <dsp:txXfrm>
        <a:off x="0" y="1772"/>
        <a:ext cx="2151870" cy="777834"/>
      </dsp:txXfrm>
    </dsp:sp>
    <dsp:sp modelId="{AF8F76A7-6C88-4259-BCCF-4ADFEA723233}">
      <dsp:nvSpPr>
        <dsp:cNvPr id="0" name=""/>
        <dsp:cNvSpPr/>
      </dsp:nvSpPr>
      <dsp:spPr>
        <a:xfrm>
          <a:off x="2151870" y="826277"/>
          <a:ext cx="8607482" cy="77783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009" tIns="197570" rIns="167009" bIns="197570" numCol="1" spcCol="1270" anchor="ctr" anchorCtr="0">
          <a:noAutofit/>
        </a:bodyPr>
        <a:lstStyle/>
        <a:p>
          <a:pPr marL="0" lvl="0" indent="0" algn="l" defTabSz="1066800">
            <a:lnSpc>
              <a:spcPct val="90000"/>
            </a:lnSpc>
            <a:spcBef>
              <a:spcPct val="0"/>
            </a:spcBef>
            <a:spcAft>
              <a:spcPct val="35000"/>
            </a:spcAft>
            <a:buNone/>
          </a:pPr>
          <a:r>
            <a:rPr lang="en-US" sz="2400" kern="1200"/>
            <a:t>Implement AI symptom checker</a:t>
          </a:r>
        </a:p>
      </dsp:txBody>
      <dsp:txXfrm>
        <a:off x="2151870" y="826277"/>
        <a:ext cx="8607482" cy="777834"/>
      </dsp:txXfrm>
    </dsp:sp>
    <dsp:sp modelId="{781A549F-0EEB-4A27-88E1-8F32C12D23C8}">
      <dsp:nvSpPr>
        <dsp:cNvPr id="0" name=""/>
        <dsp:cNvSpPr/>
      </dsp:nvSpPr>
      <dsp:spPr>
        <a:xfrm>
          <a:off x="0" y="826277"/>
          <a:ext cx="2151870" cy="777834"/>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70" tIns="76833" rIns="113870" bIns="76833" numCol="1" spcCol="1270" anchor="ctr" anchorCtr="0">
          <a:noAutofit/>
        </a:bodyPr>
        <a:lstStyle/>
        <a:p>
          <a:pPr marL="0" lvl="0" indent="0" algn="ctr" defTabSz="1244600">
            <a:lnSpc>
              <a:spcPct val="90000"/>
            </a:lnSpc>
            <a:spcBef>
              <a:spcPct val="0"/>
            </a:spcBef>
            <a:spcAft>
              <a:spcPct val="35000"/>
            </a:spcAft>
            <a:buNone/>
          </a:pPr>
          <a:r>
            <a:rPr lang="en-US" sz="2800" kern="1200" dirty="0"/>
            <a:t>Implement</a:t>
          </a:r>
        </a:p>
      </dsp:txBody>
      <dsp:txXfrm>
        <a:off x="0" y="826277"/>
        <a:ext cx="2151870" cy="777834"/>
      </dsp:txXfrm>
    </dsp:sp>
    <dsp:sp modelId="{F7B90DDE-E8ED-4363-8A19-396012748783}">
      <dsp:nvSpPr>
        <dsp:cNvPr id="0" name=""/>
        <dsp:cNvSpPr/>
      </dsp:nvSpPr>
      <dsp:spPr>
        <a:xfrm>
          <a:off x="2151870" y="1650782"/>
          <a:ext cx="8607482" cy="77783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009" tIns="197570" rIns="167009" bIns="197570" numCol="1" spcCol="1270" anchor="ctr" anchorCtr="0">
          <a:noAutofit/>
        </a:bodyPr>
        <a:lstStyle/>
        <a:p>
          <a:pPr marL="0" lvl="0" indent="0" algn="l" defTabSz="1066800">
            <a:lnSpc>
              <a:spcPct val="90000"/>
            </a:lnSpc>
            <a:spcBef>
              <a:spcPct val="0"/>
            </a:spcBef>
            <a:spcAft>
              <a:spcPct val="35000"/>
            </a:spcAft>
            <a:buNone/>
          </a:pPr>
          <a:r>
            <a:rPr lang="en-US" sz="2400" kern="1200" dirty="0"/>
            <a:t>Enable real-time clinic &amp; pharmacy connectivity</a:t>
          </a:r>
        </a:p>
      </dsp:txBody>
      <dsp:txXfrm>
        <a:off x="2151870" y="1650782"/>
        <a:ext cx="8607482" cy="777834"/>
      </dsp:txXfrm>
    </dsp:sp>
    <dsp:sp modelId="{256B3640-F327-43B4-BBBB-8B1E89F64F2F}">
      <dsp:nvSpPr>
        <dsp:cNvPr id="0" name=""/>
        <dsp:cNvSpPr/>
      </dsp:nvSpPr>
      <dsp:spPr>
        <a:xfrm>
          <a:off x="0" y="1650782"/>
          <a:ext cx="2151870" cy="777834"/>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70" tIns="76833" rIns="113870" bIns="76833" numCol="1" spcCol="1270" anchor="ctr" anchorCtr="0">
          <a:noAutofit/>
        </a:bodyPr>
        <a:lstStyle/>
        <a:p>
          <a:pPr marL="0" lvl="0" indent="0" algn="ctr" defTabSz="1244600">
            <a:lnSpc>
              <a:spcPct val="90000"/>
            </a:lnSpc>
            <a:spcBef>
              <a:spcPct val="0"/>
            </a:spcBef>
            <a:spcAft>
              <a:spcPct val="35000"/>
            </a:spcAft>
            <a:buNone/>
          </a:pPr>
          <a:r>
            <a:rPr lang="en-US" sz="2800" kern="1200"/>
            <a:t>Enable</a:t>
          </a:r>
        </a:p>
      </dsp:txBody>
      <dsp:txXfrm>
        <a:off x="0" y="1650782"/>
        <a:ext cx="2151870" cy="777834"/>
      </dsp:txXfrm>
    </dsp:sp>
    <dsp:sp modelId="{2A09D9AC-2789-4180-BA7B-E12C7246ADF4}">
      <dsp:nvSpPr>
        <dsp:cNvPr id="0" name=""/>
        <dsp:cNvSpPr/>
      </dsp:nvSpPr>
      <dsp:spPr>
        <a:xfrm>
          <a:off x="2151870" y="2475287"/>
          <a:ext cx="8607482" cy="77783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009" tIns="197570" rIns="167009" bIns="197570" numCol="1" spcCol="1270" anchor="ctr" anchorCtr="0">
          <a:noAutofit/>
        </a:bodyPr>
        <a:lstStyle/>
        <a:p>
          <a:pPr marL="0" lvl="0" indent="0" algn="l" defTabSz="1066800">
            <a:lnSpc>
              <a:spcPct val="90000"/>
            </a:lnSpc>
            <a:spcBef>
              <a:spcPct val="0"/>
            </a:spcBef>
            <a:spcAft>
              <a:spcPct val="35000"/>
            </a:spcAft>
            <a:buNone/>
          </a:pPr>
          <a:r>
            <a:rPr lang="en-US" sz="2400" kern="1200"/>
            <a:t>Provide secure patient data management</a:t>
          </a:r>
        </a:p>
      </dsp:txBody>
      <dsp:txXfrm>
        <a:off x="2151870" y="2475287"/>
        <a:ext cx="8607482" cy="777834"/>
      </dsp:txXfrm>
    </dsp:sp>
    <dsp:sp modelId="{AC1FF9E4-FF33-445C-BD7D-D494B3088A52}">
      <dsp:nvSpPr>
        <dsp:cNvPr id="0" name=""/>
        <dsp:cNvSpPr/>
      </dsp:nvSpPr>
      <dsp:spPr>
        <a:xfrm>
          <a:off x="0" y="2475287"/>
          <a:ext cx="2151870" cy="777834"/>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70" tIns="76833" rIns="113870" bIns="76833" numCol="1" spcCol="1270" anchor="ctr" anchorCtr="0">
          <a:noAutofit/>
        </a:bodyPr>
        <a:lstStyle/>
        <a:p>
          <a:pPr marL="0" lvl="0" indent="0" algn="ctr" defTabSz="1244600">
            <a:lnSpc>
              <a:spcPct val="90000"/>
            </a:lnSpc>
            <a:spcBef>
              <a:spcPct val="0"/>
            </a:spcBef>
            <a:spcAft>
              <a:spcPct val="35000"/>
            </a:spcAft>
            <a:buNone/>
          </a:pPr>
          <a:r>
            <a:rPr lang="en-US" sz="2800" kern="1200"/>
            <a:t>Provide</a:t>
          </a:r>
        </a:p>
      </dsp:txBody>
      <dsp:txXfrm>
        <a:off x="0" y="2475287"/>
        <a:ext cx="2151870" cy="777834"/>
      </dsp:txXfrm>
    </dsp:sp>
    <dsp:sp modelId="{F630C9ED-67F9-4FE6-A4EB-15252E540122}">
      <dsp:nvSpPr>
        <dsp:cNvPr id="0" name=""/>
        <dsp:cNvSpPr/>
      </dsp:nvSpPr>
      <dsp:spPr>
        <a:xfrm>
          <a:off x="2151870" y="3299792"/>
          <a:ext cx="8607482" cy="77783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009" tIns="197570" rIns="167009" bIns="197570" numCol="1" spcCol="1270" anchor="ctr" anchorCtr="0">
          <a:noAutofit/>
        </a:bodyPr>
        <a:lstStyle/>
        <a:p>
          <a:pPr marL="0" lvl="0" indent="0" algn="l" defTabSz="1066800">
            <a:lnSpc>
              <a:spcPct val="90000"/>
            </a:lnSpc>
            <a:spcBef>
              <a:spcPct val="0"/>
            </a:spcBef>
            <a:spcAft>
              <a:spcPct val="35000"/>
            </a:spcAft>
            <a:buNone/>
          </a:pPr>
          <a:r>
            <a:rPr lang="en-US" sz="2400" kern="1200"/>
            <a:t>Reduce treatment delay in emergencies</a:t>
          </a:r>
        </a:p>
      </dsp:txBody>
      <dsp:txXfrm>
        <a:off x="2151870" y="3299792"/>
        <a:ext cx="8607482" cy="777834"/>
      </dsp:txXfrm>
    </dsp:sp>
    <dsp:sp modelId="{FBFE7C65-EF6C-46BD-A141-BD9353A0559C}">
      <dsp:nvSpPr>
        <dsp:cNvPr id="0" name=""/>
        <dsp:cNvSpPr/>
      </dsp:nvSpPr>
      <dsp:spPr>
        <a:xfrm>
          <a:off x="0" y="3299792"/>
          <a:ext cx="2151870" cy="777834"/>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70" tIns="76833" rIns="113870" bIns="76833" numCol="1" spcCol="1270" anchor="ctr" anchorCtr="0">
          <a:noAutofit/>
        </a:bodyPr>
        <a:lstStyle/>
        <a:p>
          <a:pPr marL="0" lvl="0" indent="0" algn="ctr" defTabSz="1244600">
            <a:lnSpc>
              <a:spcPct val="90000"/>
            </a:lnSpc>
            <a:spcBef>
              <a:spcPct val="0"/>
            </a:spcBef>
            <a:spcAft>
              <a:spcPct val="35000"/>
            </a:spcAft>
            <a:buNone/>
          </a:pPr>
          <a:r>
            <a:rPr lang="en-US" sz="2800" kern="1200"/>
            <a:t>Reduce</a:t>
          </a:r>
        </a:p>
      </dsp:txBody>
      <dsp:txXfrm>
        <a:off x="0" y="3299792"/>
        <a:ext cx="2151870" cy="7778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C4961-E69D-4853-8A45-FFAED3881401}">
      <dsp:nvSpPr>
        <dsp:cNvPr id="0" name=""/>
        <dsp:cNvSpPr/>
      </dsp:nvSpPr>
      <dsp:spPr>
        <a:xfrm>
          <a:off x="1307" y="122821"/>
          <a:ext cx="1647192" cy="988315"/>
        </a:xfrm>
        <a:prstGeom prst="rect">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t>Current Healthcare Scenario:</a:t>
          </a:r>
          <a:endParaRPr lang="en-US" sz="1800" kern="1200" dirty="0"/>
        </a:p>
      </dsp:txBody>
      <dsp:txXfrm>
        <a:off x="1307" y="122821"/>
        <a:ext cx="1647192" cy="988315"/>
      </dsp:txXfrm>
    </dsp:sp>
    <dsp:sp modelId="{7FB7EB72-BEEB-4A72-A818-3028AF4AE138}">
      <dsp:nvSpPr>
        <dsp:cNvPr id="0" name=""/>
        <dsp:cNvSpPr/>
      </dsp:nvSpPr>
      <dsp:spPr>
        <a:xfrm>
          <a:off x="1813218" y="122821"/>
          <a:ext cx="1647192" cy="988315"/>
        </a:xfrm>
        <a:prstGeom prst="rect">
          <a:avLst/>
        </a:prstGeom>
        <a:solidFill>
          <a:schemeClr val="accent1">
            <a:shade val="80000"/>
            <a:hueOff val="36373"/>
            <a:satOff val="-3793"/>
            <a:lumOff val="254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Emergency response delays</a:t>
          </a:r>
          <a:endParaRPr lang="en-US" sz="1300" kern="1200" dirty="0"/>
        </a:p>
      </dsp:txBody>
      <dsp:txXfrm>
        <a:off x="1813218" y="122821"/>
        <a:ext cx="1647192" cy="988315"/>
      </dsp:txXfrm>
    </dsp:sp>
    <dsp:sp modelId="{F72B8177-BD01-4F53-9201-819DBDBB98E5}">
      <dsp:nvSpPr>
        <dsp:cNvPr id="0" name=""/>
        <dsp:cNvSpPr/>
      </dsp:nvSpPr>
      <dsp:spPr>
        <a:xfrm>
          <a:off x="3625130" y="122821"/>
          <a:ext cx="1647192" cy="988315"/>
        </a:xfrm>
        <a:prstGeom prst="rect">
          <a:avLst/>
        </a:prstGeom>
        <a:solidFill>
          <a:schemeClr val="accent1">
            <a:shade val="80000"/>
            <a:hueOff val="72746"/>
            <a:satOff val="-7586"/>
            <a:lumOff val="509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Lack of coordination between patients, clinics &amp; pharmacies</a:t>
          </a:r>
          <a:endParaRPr lang="en-US" sz="1300" kern="1200"/>
        </a:p>
      </dsp:txBody>
      <dsp:txXfrm>
        <a:off x="3625130" y="122821"/>
        <a:ext cx="1647192" cy="988315"/>
      </dsp:txXfrm>
    </dsp:sp>
    <dsp:sp modelId="{2BA5167C-5D02-444C-AC2E-481F29CAEF29}">
      <dsp:nvSpPr>
        <dsp:cNvPr id="0" name=""/>
        <dsp:cNvSpPr/>
      </dsp:nvSpPr>
      <dsp:spPr>
        <a:xfrm>
          <a:off x="5437042" y="122821"/>
          <a:ext cx="1647192" cy="988315"/>
        </a:xfrm>
        <a:prstGeom prst="rect">
          <a:avLst/>
        </a:prstGeom>
        <a:solidFill>
          <a:schemeClr val="accent1">
            <a:shade val="80000"/>
            <a:hueOff val="109120"/>
            <a:satOff val="-11378"/>
            <a:lumOff val="76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No real-time medicine availability tracking</a:t>
          </a:r>
          <a:endParaRPr lang="en-US" sz="1300" kern="1200" dirty="0"/>
        </a:p>
      </dsp:txBody>
      <dsp:txXfrm>
        <a:off x="5437042" y="122821"/>
        <a:ext cx="1647192" cy="988315"/>
      </dsp:txXfrm>
    </dsp:sp>
    <dsp:sp modelId="{6068C7EE-15CA-4497-B745-EFABEA864D64}">
      <dsp:nvSpPr>
        <dsp:cNvPr id="0" name=""/>
        <dsp:cNvSpPr/>
      </dsp:nvSpPr>
      <dsp:spPr>
        <a:xfrm>
          <a:off x="7248953" y="122821"/>
          <a:ext cx="1647192" cy="988315"/>
        </a:xfrm>
        <a:prstGeom prst="rect">
          <a:avLst/>
        </a:prstGeom>
        <a:solidFill>
          <a:schemeClr val="accent1">
            <a:shade val="80000"/>
            <a:hueOff val="145493"/>
            <a:satOff val="-15171"/>
            <a:lumOff val="101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Manual appointment &amp; record handling</a:t>
          </a:r>
          <a:endParaRPr lang="en-US" sz="1300" kern="1200"/>
        </a:p>
      </dsp:txBody>
      <dsp:txXfrm>
        <a:off x="7248953" y="122821"/>
        <a:ext cx="1647192" cy="988315"/>
      </dsp:txXfrm>
    </dsp:sp>
    <dsp:sp modelId="{B812109B-A38D-4663-9770-6FFE42BD8898}">
      <dsp:nvSpPr>
        <dsp:cNvPr id="0" name=""/>
        <dsp:cNvSpPr/>
      </dsp:nvSpPr>
      <dsp:spPr>
        <a:xfrm>
          <a:off x="9060865" y="122821"/>
          <a:ext cx="1647192" cy="988315"/>
        </a:xfrm>
        <a:prstGeom prst="rect">
          <a:avLst/>
        </a:prstGeom>
        <a:solidFill>
          <a:schemeClr val="accent1">
            <a:shade val="80000"/>
            <a:hueOff val="181866"/>
            <a:satOff val="-18964"/>
            <a:lumOff val="1274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Limited AI-based pre-diagnosis support</a:t>
          </a:r>
          <a:endParaRPr lang="en-US" sz="1300" kern="1200" dirty="0"/>
        </a:p>
      </dsp:txBody>
      <dsp:txXfrm>
        <a:off x="9060865" y="122821"/>
        <a:ext cx="1647192" cy="988315"/>
      </dsp:txXfrm>
    </dsp:sp>
    <dsp:sp modelId="{6A696900-588B-4A7F-8F40-F6C8C7146D91}">
      <dsp:nvSpPr>
        <dsp:cNvPr id="0" name=""/>
        <dsp:cNvSpPr/>
      </dsp:nvSpPr>
      <dsp:spPr>
        <a:xfrm>
          <a:off x="1307" y="1275855"/>
          <a:ext cx="1647192" cy="988315"/>
        </a:xfrm>
        <a:prstGeom prst="rect">
          <a:avLst/>
        </a:prstGeom>
        <a:solidFill>
          <a:schemeClr val="accent1">
            <a:shade val="80000"/>
            <a:hueOff val="218239"/>
            <a:satOff val="-22757"/>
            <a:lumOff val="1528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t> Identified Gaps:</a:t>
          </a:r>
          <a:endParaRPr lang="en-US" sz="2000" kern="1200" dirty="0"/>
        </a:p>
      </dsp:txBody>
      <dsp:txXfrm>
        <a:off x="1307" y="1275855"/>
        <a:ext cx="1647192" cy="988315"/>
      </dsp:txXfrm>
    </dsp:sp>
    <dsp:sp modelId="{F606D2CC-9A03-4274-8710-1D408DD66CCD}">
      <dsp:nvSpPr>
        <dsp:cNvPr id="0" name=""/>
        <dsp:cNvSpPr/>
      </dsp:nvSpPr>
      <dsp:spPr>
        <a:xfrm>
          <a:off x="1813218" y="1275855"/>
          <a:ext cx="1647192" cy="988315"/>
        </a:xfrm>
        <a:prstGeom prst="rect">
          <a:avLst/>
        </a:prstGeom>
        <a:solidFill>
          <a:schemeClr val="accent1">
            <a:shade val="80000"/>
            <a:hueOff val="254613"/>
            <a:satOff val="-26550"/>
            <a:lumOff val="1783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Fragmented communication system</a:t>
          </a:r>
          <a:endParaRPr lang="en-US" sz="1300" kern="1200"/>
        </a:p>
      </dsp:txBody>
      <dsp:txXfrm>
        <a:off x="1813218" y="1275855"/>
        <a:ext cx="1647192" cy="988315"/>
      </dsp:txXfrm>
    </dsp:sp>
    <dsp:sp modelId="{6F4992A6-EBEA-49A6-85A9-81895A1AA042}">
      <dsp:nvSpPr>
        <dsp:cNvPr id="0" name=""/>
        <dsp:cNvSpPr/>
      </dsp:nvSpPr>
      <dsp:spPr>
        <a:xfrm>
          <a:off x="3625130" y="1275855"/>
          <a:ext cx="1647192" cy="988315"/>
        </a:xfrm>
        <a:prstGeom prst="rect">
          <a:avLst/>
        </a:prstGeom>
        <a:solidFill>
          <a:schemeClr val="accent1">
            <a:shade val="80000"/>
            <a:hueOff val="290986"/>
            <a:satOff val="-30342"/>
            <a:lumOff val="2038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Slow decision-making in emergencies</a:t>
          </a:r>
          <a:endParaRPr lang="en-US" sz="1300" kern="1200"/>
        </a:p>
      </dsp:txBody>
      <dsp:txXfrm>
        <a:off x="3625130" y="1275855"/>
        <a:ext cx="1647192" cy="988315"/>
      </dsp:txXfrm>
    </dsp:sp>
    <dsp:sp modelId="{34003C66-F172-4F54-8F10-8CA1A968D523}">
      <dsp:nvSpPr>
        <dsp:cNvPr id="0" name=""/>
        <dsp:cNvSpPr/>
      </dsp:nvSpPr>
      <dsp:spPr>
        <a:xfrm>
          <a:off x="5437042" y="1275855"/>
          <a:ext cx="1647192" cy="988315"/>
        </a:xfrm>
        <a:prstGeom prst="rect">
          <a:avLst/>
        </a:prstGeom>
        <a:solidFill>
          <a:schemeClr val="accent1">
            <a:shade val="80000"/>
            <a:hueOff val="327359"/>
            <a:satOff val="-34135"/>
            <a:lumOff val="2293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Data sharing security concerns</a:t>
          </a:r>
          <a:endParaRPr lang="en-US" sz="1300" kern="1200"/>
        </a:p>
      </dsp:txBody>
      <dsp:txXfrm>
        <a:off x="5437042" y="1275855"/>
        <a:ext cx="1647192" cy="988315"/>
      </dsp:txXfrm>
    </dsp:sp>
    <dsp:sp modelId="{FF8450F7-ED1C-46E3-9A1A-1092AF674021}">
      <dsp:nvSpPr>
        <dsp:cNvPr id="0" name=""/>
        <dsp:cNvSpPr/>
      </dsp:nvSpPr>
      <dsp:spPr>
        <a:xfrm>
          <a:off x="7248953" y="1275855"/>
          <a:ext cx="1647192" cy="988315"/>
        </a:xfrm>
        <a:prstGeom prst="rect">
          <a:avLst/>
        </a:prstGeom>
        <a:solidFill>
          <a:schemeClr val="accent1">
            <a:shade val="80000"/>
            <a:hueOff val="363732"/>
            <a:satOff val="-37928"/>
            <a:lumOff val="254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Rural &amp; semi-urban accessibility issues</a:t>
          </a:r>
          <a:endParaRPr lang="en-US" sz="1300" kern="1200"/>
        </a:p>
      </dsp:txBody>
      <dsp:txXfrm>
        <a:off x="7248953" y="1275855"/>
        <a:ext cx="1647192" cy="988315"/>
      </dsp:txXfrm>
    </dsp:sp>
    <dsp:sp modelId="{F83586C3-FFF1-4B62-862D-DB208A03719E}">
      <dsp:nvSpPr>
        <dsp:cNvPr id="0" name=""/>
        <dsp:cNvSpPr/>
      </dsp:nvSpPr>
      <dsp:spPr>
        <a:xfrm>
          <a:off x="10053" y="2450765"/>
          <a:ext cx="1647192" cy="988315"/>
        </a:xfrm>
        <a:prstGeom prst="rect">
          <a:avLst/>
        </a:prstGeom>
        <a:solidFill>
          <a:schemeClr val="accent1">
            <a:shade val="80000"/>
            <a:hueOff val="400106"/>
            <a:satOff val="-41721"/>
            <a:lumOff val="2802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t>Domain Opportunity:</a:t>
          </a:r>
          <a:endParaRPr lang="en-US" sz="2000" b="1" kern="1200" dirty="0"/>
        </a:p>
      </dsp:txBody>
      <dsp:txXfrm>
        <a:off x="10053" y="2450765"/>
        <a:ext cx="1647192" cy="988315"/>
      </dsp:txXfrm>
    </dsp:sp>
    <dsp:sp modelId="{AB926E79-3E0D-4247-B0A3-8C9E092C58D9}">
      <dsp:nvSpPr>
        <dsp:cNvPr id="0" name=""/>
        <dsp:cNvSpPr/>
      </dsp:nvSpPr>
      <dsp:spPr>
        <a:xfrm>
          <a:off x="1813218" y="2428890"/>
          <a:ext cx="1647192" cy="988315"/>
        </a:xfrm>
        <a:prstGeom prst="rect">
          <a:avLst/>
        </a:prstGeom>
        <a:solidFill>
          <a:schemeClr val="accent1">
            <a:shade val="80000"/>
            <a:hueOff val="436479"/>
            <a:satOff val="-45514"/>
            <a:lumOff val="305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AI-driven symptom analysis</a:t>
          </a:r>
          <a:endParaRPr lang="en-US" sz="1300" kern="1200"/>
        </a:p>
      </dsp:txBody>
      <dsp:txXfrm>
        <a:off x="1813218" y="2428890"/>
        <a:ext cx="1647192" cy="988315"/>
      </dsp:txXfrm>
    </dsp:sp>
    <dsp:sp modelId="{B1438F53-4986-4DB2-B895-BF603CAA8531}">
      <dsp:nvSpPr>
        <dsp:cNvPr id="0" name=""/>
        <dsp:cNvSpPr/>
      </dsp:nvSpPr>
      <dsp:spPr>
        <a:xfrm>
          <a:off x="3625130" y="2428890"/>
          <a:ext cx="1647192" cy="988315"/>
        </a:xfrm>
        <a:prstGeom prst="rect">
          <a:avLst/>
        </a:prstGeom>
        <a:solidFill>
          <a:schemeClr val="accent1">
            <a:shade val="80000"/>
            <a:hueOff val="472852"/>
            <a:satOff val="-49306"/>
            <a:lumOff val="331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Real-time SOS alert integration</a:t>
          </a:r>
          <a:endParaRPr lang="en-US" sz="1300" kern="1200"/>
        </a:p>
      </dsp:txBody>
      <dsp:txXfrm>
        <a:off x="3625130" y="2428890"/>
        <a:ext cx="1647192" cy="988315"/>
      </dsp:txXfrm>
    </dsp:sp>
    <dsp:sp modelId="{5BFDD1D6-B0D9-4C88-9281-2BFE8BA2806A}">
      <dsp:nvSpPr>
        <dsp:cNvPr id="0" name=""/>
        <dsp:cNvSpPr/>
      </dsp:nvSpPr>
      <dsp:spPr>
        <a:xfrm>
          <a:off x="5437042" y="2428890"/>
          <a:ext cx="1647192" cy="988315"/>
        </a:xfrm>
        <a:prstGeom prst="rect">
          <a:avLst/>
        </a:prstGeom>
        <a:solidFill>
          <a:schemeClr val="accent1">
            <a:shade val="80000"/>
            <a:hueOff val="509225"/>
            <a:satOff val="-53099"/>
            <a:lumOff val="3567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Centralized healthcare ecosystem</a:t>
          </a:r>
          <a:endParaRPr lang="en-US" sz="1300" kern="1200"/>
        </a:p>
      </dsp:txBody>
      <dsp:txXfrm>
        <a:off x="5437042" y="2428890"/>
        <a:ext cx="1647192" cy="988315"/>
      </dsp:txXfrm>
    </dsp:sp>
    <dsp:sp modelId="{C3AB6DCC-3B9F-4580-986A-D95D7D013317}">
      <dsp:nvSpPr>
        <dsp:cNvPr id="0" name=""/>
        <dsp:cNvSpPr/>
      </dsp:nvSpPr>
      <dsp:spPr>
        <a:xfrm>
          <a:off x="7248953" y="2428890"/>
          <a:ext cx="1647192" cy="988315"/>
        </a:xfrm>
        <a:prstGeom prst="rect">
          <a:avLst/>
        </a:prstGeom>
        <a:solidFill>
          <a:schemeClr val="accent1">
            <a:shade val="80000"/>
            <a:hueOff val="545598"/>
            <a:satOff val="-56892"/>
            <a:lumOff val="382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Secure digital patient record system</a:t>
          </a:r>
          <a:endParaRPr lang="en-US" sz="1300" kern="1200" dirty="0"/>
        </a:p>
      </dsp:txBody>
      <dsp:txXfrm>
        <a:off x="7248953" y="2428890"/>
        <a:ext cx="1647192" cy="9883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E5773-985C-42A6-AC89-F1D5314C3402}">
      <dsp:nvSpPr>
        <dsp:cNvPr id="0" name=""/>
        <dsp:cNvSpPr/>
      </dsp:nvSpPr>
      <dsp:spPr>
        <a:xfrm>
          <a:off x="0" y="3547"/>
          <a:ext cx="10552320"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5D7F1A-5FD9-4696-9EFC-CE65883C0810}">
      <dsp:nvSpPr>
        <dsp:cNvPr id="0" name=""/>
        <dsp:cNvSpPr/>
      </dsp:nvSpPr>
      <dsp:spPr>
        <a:xfrm>
          <a:off x="228546" y="173540"/>
          <a:ext cx="415539" cy="4155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4738B7-4BDD-4AF6-99E9-86B80F538E7B}">
      <dsp:nvSpPr>
        <dsp:cNvPr id="0" name=""/>
        <dsp:cNvSpPr/>
      </dsp:nvSpPr>
      <dsp:spPr>
        <a:xfrm>
          <a:off x="872632" y="3547"/>
          <a:ext cx="9679688"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US" sz="1900" kern="1200" dirty="0"/>
            <a:t>Users prefer </a:t>
          </a:r>
          <a:r>
            <a:rPr lang="en-US" sz="1900" b="1" kern="1200" dirty="0"/>
            <a:t>simple and explainable AI chatbots</a:t>
          </a:r>
          <a:r>
            <a:rPr lang="en-US" sz="1900" kern="1200" dirty="0"/>
            <a:t> </a:t>
          </a:r>
          <a:r>
            <a:rPr lang="en-US" sz="1900" i="1" kern="1200" dirty="0"/>
            <a:t>(Paper 1 &amp; 2)</a:t>
          </a:r>
          <a:endParaRPr lang="en-US" sz="1900" kern="1200" dirty="0"/>
        </a:p>
      </dsp:txBody>
      <dsp:txXfrm>
        <a:off x="872632" y="3547"/>
        <a:ext cx="9679688" cy="755525"/>
      </dsp:txXfrm>
    </dsp:sp>
    <dsp:sp modelId="{27C8F7A6-3EA2-47FC-B11D-B78FB01E5518}">
      <dsp:nvSpPr>
        <dsp:cNvPr id="0" name=""/>
        <dsp:cNvSpPr/>
      </dsp:nvSpPr>
      <dsp:spPr>
        <a:xfrm>
          <a:off x="0" y="947954"/>
          <a:ext cx="10552320"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544A92-6854-4173-8A4E-1BE2E5E809F1}">
      <dsp:nvSpPr>
        <dsp:cNvPr id="0" name=""/>
        <dsp:cNvSpPr/>
      </dsp:nvSpPr>
      <dsp:spPr>
        <a:xfrm>
          <a:off x="228546" y="1117947"/>
          <a:ext cx="415539" cy="4155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11E3EA-DAA7-404B-81B3-66D9F6CC4F78}">
      <dsp:nvSpPr>
        <dsp:cNvPr id="0" name=""/>
        <dsp:cNvSpPr/>
      </dsp:nvSpPr>
      <dsp:spPr>
        <a:xfrm>
          <a:off x="872632" y="947954"/>
          <a:ext cx="9679688"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US" sz="1900" kern="1200" dirty="0"/>
            <a:t>AI improves </a:t>
          </a:r>
          <a:r>
            <a:rPr lang="en-US" sz="1900" b="1" kern="1200" dirty="0"/>
            <a:t>triage accuracy and emergency response time</a:t>
          </a:r>
          <a:r>
            <a:rPr lang="en-US" sz="1900" kern="1200" dirty="0"/>
            <a:t> </a:t>
          </a:r>
          <a:r>
            <a:rPr lang="en-US" sz="1900" i="1" kern="1200" dirty="0"/>
            <a:t>(Paper 5 &amp; 6)</a:t>
          </a:r>
          <a:endParaRPr lang="en-US" sz="1900" kern="1200" dirty="0"/>
        </a:p>
      </dsp:txBody>
      <dsp:txXfrm>
        <a:off x="872632" y="947954"/>
        <a:ext cx="9679688" cy="755525"/>
      </dsp:txXfrm>
    </dsp:sp>
    <dsp:sp modelId="{95C5AA25-D8C3-4A5D-A058-6448C7CD8AAE}">
      <dsp:nvSpPr>
        <dsp:cNvPr id="0" name=""/>
        <dsp:cNvSpPr/>
      </dsp:nvSpPr>
      <dsp:spPr>
        <a:xfrm>
          <a:off x="0" y="1892362"/>
          <a:ext cx="10552320"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01F1DB-AFA4-47F5-BEAE-F9AA872A014D}">
      <dsp:nvSpPr>
        <dsp:cNvPr id="0" name=""/>
        <dsp:cNvSpPr/>
      </dsp:nvSpPr>
      <dsp:spPr>
        <a:xfrm>
          <a:off x="228546" y="2062355"/>
          <a:ext cx="415539" cy="4155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767245-3BB5-457D-B395-DC4B08E603C3}">
      <dsp:nvSpPr>
        <dsp:cNvPr id="0" name=""/>
        <dsp:cNvSpPr/>
      </dsp:nvSpPr>
      <dsp:spPr>
        <a:xfrm>
          <a:off x="872632" y="1892362"/>
          <a:ext cx="9679688"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US" sz="1900" kern="1200" dirty="0"/>
            <a:t>Trust depends on </a:t>
          </a:r>
          <a:r>
            <a:rPr lang="en-US" sz="1900" b="1" kern="1200" dirty="0"/>
            <a:t>data security and transparency</a:t>
          </a:r>
          <a:r>
            <a:rPr lang="en-US" sz="1900" kern="1200" dirty="0"/>
            <a:t> </a:t>
          </a:r>
          <a:r>
            <a:rPr lang="en-US" sz="1900" i="1" kern="1200" dirty="0"/>
            <a:t>(Paper 7)</a:t>
          </a:r>
          <a:endParaRPr lang="en-US" sz="1900" kern="1200" dirty="0"/>
        </a:p>
      </dsp:txBody>
      <dsp:txXfrm>
        <a:off x="872632" y="1892362"/>
        <a:ext cx="9679688" cy="755525"/>
      </dsp:txXfrm>
    </dsp:sp>
    <dsp:sp modelId="{5236E7AE-1834-4BB2-BA69-CB9AE0B7F7C4}">
      <dsp:nvSpPr>
        <dsp:cNvPr id="0" name=""/>
        <dsp:cNvSpPr/>
      </dsp:nvSpPr>
      <dsp:spPr>
        <a:xfrm>
          <a:off x="0" y="2836769"/>
          <a:ext cx="10552320"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5E9753-B77B-436F-AFA9-7B6631246759}">
      <dsp:nvSpPr>
        <dsp:cNvPr id="0" name=""/>
        <dsp:cNvSpPr/>
      </dsp:nvSpPr>
      <dsp:spPr>
        <a:xfrm>
          <a:off x="228546" y="3006762"/>
          <a:ext cx="415539" cy="4155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3D2DD8-718D-4B1E-9024-DCB4809DA4C2}">
      <dsp:nvSpPr>
        <dsp:cNvPr id="0" name=""/>
        <dsp:cNvSpPr/>
      </dsp:nvSpPr>
      <dsp:spPr>
        <a:xfrm>
          <a:off x="872632" y="2836769"/>
          <a:ext cx="9679688"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US" sz="1900" kern="1200" dirty="0"/>
            <a:t>Doctors require </a:t>
          </a:r>
          <a:r>
            <a:rPr lang="en-US" sz="1900" b="1" kern="1200" dirty="0"/>
            <a:t>more reliable AI validation and accuracy</a:t>
          </a:r>
          <a:r>
            <a:rPr lang="en-US" sz="1900" kern="1200" dirty="0"/>
            <a:t> </a:t>
          </a:r>
          <a:r>
            <a:rPr lang="en-US" sz="1900" i="1" kern="1200" dirty="0"/>
            <a:t>(Paper 3)</a:t>
          </a:r>
          <a:endParaRPr lang="en-US" sz="1900" kern="1200" dirty="0"/>
        </a:p>
      </dsp:txBody>
      <dsp:txXfrm>
        <a:off x="872632" y="2836769"/>
        <a:ext cx="9679688" cy="755525"/>
      </dsp:txXfrm>
    </dsp:sp>
    <dsp:sp modelId="{8CB5F6C0-AE49-443E-9B87-24EB9717FF4E}">
      <dsp:nvSpPr>
        <dsp:cNvPr id="0" name=""/>
        <dsp:cNvSpPr/>
      </dsp:nvSpPr>
      <dsp:spPr>
        <a:xfrm>
          <a:off x="0" y="3781176"/>
          <a:ext cx="10552320" cy="755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8BA8AE-5954-4326-AF1B-7B2CF4DC17DF}">
      <dsp:nvSpPr>
        <dsp:cNvPr id="0" name=""/>
        <dsp:cNvSpPr/>
      </dsp:nvSpPr>
      <dsp:spPr>
        <a:xfrm>
          <a:off x="228546" y="3951170"/>
          <a:ext cx="415539" cy="41553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978A8C-C7BF-4999-B547-09C0D92BB2FF}">
      <dsp:nvSpPr>
        <dsp:cNvPr id="0" name=""/>
        <dsp:cNvSpPr/>
      </dsp:nvSpPr>
      <dsp:spPr>
        <a:xfrm>
          <a:off x="872632" y="3781176"/>
          <a:ext cx="9679688" cy="755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960" tIns="79960" rIns="79960" bIns="79960" numCol="1" spcCol="1270" anchor="ctr" anchorCtr="0">
          <a:noAutofit/>
        </a:bodyPr>
        <a:lstStyle/>
        <a:p>
          <a:pPr marL="0" lvl="0" indent="0" algn="l" defTabSz="844550">
            <a:lnSpc>
              <a:spcPct val="100000"/>
            </a:lnSpc>
            <a:spcBef>
              <a:spcPct val="0"/>
            </a:spcBef>
            <a:spcAft>
              <a:spcPct val="35000"/>
            </a:spcAft>
            <a:buNone/>
          </a:pPr>
          <a:r>
            <a:rPr lang="en-US" sz="1900" kern="1200" dirty="0"/>
            <a:t>Users expect </a:t>
          </a:r>
          <a:r>
            <a:rPr lang="en-US" sz="1900" b="1" kern="1200" dirty="0"/>
            <a:t>more personalized interaction and medical history consideration</a:t>
          </a:r>
          <a:r>
            <a:rPr lang="en-US" sz="1900" kern="1200" dirty="0"/>
            <a:t> </a:t>
          </a:r>
          <a:r>
            <a:rPr lang="en-US" sz="1900" i="1" kern="1200" dirty="0"/>
            <a:t>(Paper 2 &amp; 4)</a:t>
          </a:r>
          <a:endParaRPr lang="en-US" sz="1900" kern="1200" dirty="0"/>
        </a:p>
      </dsp:txBody>
      <dsp:txXfrm>
        <a:off x="872632" y="3781176"/>
        <a:ext cx="9679688" cy="75552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2E2941-353C-43AD-9B2D-5267E64FBB79}" type="datetimeFigureOut">
              <a:rPr lang="en-US" smtClean="0"/>
              <a:t>20-Mar-26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2A88AB-2791-44D9-96CE-847DFF74C86A}" type="slidenum">
              <a:rPr lang="en-US" smtClean="0"/>
              <a:t>‹#›</a:t>
            </a:fld>
            <a:endParaRPr lang="en-US"/>
          </a:p>
        </p:txBody>
      </p:sp>
    </p:spTree>
    <p:extLst>
      <p:ext uri="{BB962C8B-B14F-4D97-AF65-F5344CB8AC3E}">
        <p14:creationId xmlns:p14="http://schemas.microsoft.com/office/powerpoint/2010/main" val="3208853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2A88AB-2791-44D9-96CE-847DFF74C86A}" type="slidenum">
              <a:rPr lang="en-US" smtClean="0"/>
              <a:t>15</a:t>
            </a:fld>
            <a:endParaRPr lang="en-US"/>
          </a:p>
        </p:txBody>
      </p:sp>
    </p:spTree>
    <p:extLst>
      <p:ext uri="{BB962C8B-B14F-4D97-AF65-F5344CB8AC3E}">
        <p14:creationId xmlns:p14="http://schemas.microsoft.com/office/powerpoint/2010/main" val="3914585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81411-7C91-B1EA-2503-C142976D77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B292E8-598A-B9D9-28F3-29219ABEC3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30AE578-E647-9C5D-363B-95C12D808903}"/>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5" name="Footer Placeholder 4">
            <a:extLst>
              <a:ext uri="{FF2B5EF4-FFF2-40B4-BE49-F238E27FC236}">
                <a16:creationId xmlns:a16="http://schemas.microsoft.com/office/drawing/2014/main" id="{728735D6-1E89-A568-C6FA-F99D02D411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4DF472-90AF-3D87-F95F-8DA621496E6F}"/>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1070148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64993-50C5-7B78-3641-2E1B4F1E40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C95689-9BC5-00D0-7FB5-1B07C032F7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D68241-47E4-5AE8-47BE-C1954D8453EF}"/>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5" name="Footer Placeholder 4">
            <a:extLst>
              <a:ext uri="{FF2B5EF4-FFF2-40B4-BE49-F238E27FC236}">
                <a16:creationId xmlns:a16="http://schemas.microsoft.com/office/drawing/2014/main" id="{D581EECB-EE14-D721-F6CB-7BF738FF4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CDFE8D-4B6D-B68F-E3C9-0134CA05D380}"/>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676121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A52DD-F6CF-A495-B514-6EB38A6F07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F52113-3BBA-EF02-B144-C12E1C823D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0F8AF9-6592-3898-144C-8CCC538BF531}"/>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5" name="Footer Placeholder 4">
            <a:extLst>
              <a:ext uri="{FF2B5EF4-FFF2-40B4-BE49-F238E27FC236}">
                <a16:creationId xmlns:a16="http://schemas.microsoft.com/office/drawing/2014/main" id="{972A9CA6-D361-5C8D-6056-A785E0EC67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474721-10AC-23B7-F11E-5BA8B116EC20}"/>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1793444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C7ED8-3EDF-5983-4C20-11CD89284D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36A99B-898F-870A-D738-99279F6385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9812F0-B601-D196-B64E-5B34BABC66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7F8A05-514C-43A3-54FF-B98621912E74}"/>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6" name="Footer Placeholder 5">
            <a:extLst>
              <a:ext uri="{FF2B5EF4-FFF2-40B4-BE49-F238E27FC236}">
                <a16:creationId xmlns:a16="http://schemas.microsoft.com/office/drawing/2014/main" id="{A8AD1936-A319-46AF-24C8-C643DDC248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9F63DC-0AD9-A775-D7C3-A8782E7D7331}"/>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527660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E743C-F647-CA53-F6F0-5F30FB522B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E3ED43-F579-59ED-C5E2-84FE2A7D9F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974608-A202-89AB-D855-50F05BCA7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BE39F68-F9AF-035B-2563-82ED53AE6E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1B2653-D229-AC5F-D235-ECA57B647B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33D0FE6-FED0-C997-3182-317D954F0D86}"/>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8" name="Footer Placeholder 7">
            <a:extLst>
              <a:ext uri="{FF2B5EF4-FFF2-40B4-BE49-F238E27FC236}">
                <a16:creationId xmlns:a16="http://schemas.microsoft.com/office/drawing/2014/main" id="{CD5CA0C3-8392-281C-F71E-37593D6E08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5A9A86-AD7D-1EDB-DFC2-61829FD32FFF}"/>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906799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2836C-8FCC-AD50-CBAF-99520E1308D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F76558B-8C9C-352C-8103-4EF5E7077191}"/>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4" name="Footer Placeholder 3">
            <a:extLst>
              <a:ext uri="{FF2B5EF4-FFF2-40B4-BE49-F238E27FC236}">
                <a16:creationId xmlns:a16="http://schemas.microsoft.com/office/drawing/2014/main" id="{1D72DF02-6A08-752E-EF4D-B73EDCCCCD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834AA93-398B-CB1A-8EFC-97047F6BD559}"/>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2634829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29A7A6-A893-0AA3-4EAE-189D2C5FB976}"/>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3" name="Footer Placeholder 2">
            <a:extLst>
              <a:ext uri="{FF2B5EF4-FFF2-40B4-BE49-F238E27FC236}">
                <a16:creationId xmlns:a16="http://schemas.microsoft.com/office/drawing/2014/main" id="{4C4EBB5F-A458-6AE3-9508-FF4DD61628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D5847BC-B216-7119-D180-72EFC34EA5C1}"/>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4260171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D6EDB-6168-D774-EE8B-3E8EF68681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89DB40-8A2F-43BE-ADA3-7A5FA17457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F8111D1-5804-4CBE-7838-266D811C22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9B9391-D520-8D56-3D7C-7FA25F34975C}"/>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6" name="Footer Placeholder 5">
            <a:extLst>
              <a:ext uri="{FF2B5EF4-FFF2-40B4-BE49-F238E27FC236}">
                <a16:creationId xmlns:a16="http://schemas.microsoft.com/office/drawing/2014/main" id="{A7BC42BC-747B-5C0A-A648-A592DD072C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594A37-71D3-F4D5-1223-F5A3907D0B07}"/>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3355991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3AC2F-A783-8E8D-9B8B-8C7F6061FF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7B19EB-2A4D-3280-39CD-FBC445BF6F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8B603F-3AFE-2925-1B39-550F59C973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20091B-E54B-CBCB-DFD5-98B7FEFC8F84}"/>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6" name="Footer Placeholder 5">
            <a:extLst>
              <a:ext uri="{FF2B5EF4-FFF2-40B4-BE49-F238E27FC236}">
                <a16:creationId xmlns:a16="http://schemas.microsoft.com/office/drawing/2014/main" id="{20EBCDC8-57F7-D410-E331-A3AFB975F2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7756A8-43D5-9AEA-3688-4FD0BDF71704}"/>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2492192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E0D92-540B-6E4C-B4B9-B644DF3DB7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1D6C83-B3ED-F3BC-A651-3D0FD4AEB5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DCA3A5-3353-386C-6871-57ABAE43480F}"/>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5" name="Footer Placeholder 4">
            <a:extLst>
              <a:ext uri="{FF2B5EF4-FFF2-40B4-BE49-F238E27FC236}">
                <a16:creationId xmlns:a16="http://schemas.microsoft.com/office/drawing/2014/main" id="{182A4D86-3DAE-0C4F-C1BF-124C31C791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AE868E-C9BA-93FE-7AF7-3CD7E8E7E7DF}"/>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4224167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C3FF59-04A6-8271-4A1D-9E60928E36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963AD3-EC90-BCEE-ABED-7A9947528F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A8D151-0E35-C1F2-531E-4D8F46C7B406}"/>
              </a:ext>
            </a:extLst>
          </p:cNvPr>
          <p:cNvSpPr>
            <a:spLocks noGrp="1"/>
          </p:cNvSpPr>
          <p:nvPr>
            <p:ph type="dt" sz="half" idx="10"/>
          </p:nvPr>
        </p:nvSpPr>
        <p:spPr/>
        <p:txBody>
          <a:bodyPr/>
          <a:lstStyle/>
          <a:p>
            <a:fld id="{44898040-5F51-4674-8D8D-896C4A0008D7}" type="datetimeFigureOut">
              <a:rPr lang="en-IN" smtClean="0"/>
              <a:t>20-03-2026</a:t>
            </a:fld>
            <a:endParaRPr lang="en-IN"/>
          </a:p>
        </p:txBody>
      </p:sp>
      <p:sp>
        <p:nvSpPr>
          <p:cNvPr id="5" name="Footer Placeholder 4">
            <a:extLst>
              <a:ext uri="{FF2B5EF4-FFF2-40B4-BE49-F238E27FC236}">
                <a16:creationId xmlns:a16="http://schemas.microsoft.com/office/drawing/2014/main" id="{C082FA1D-904A-0BC5-CB8C-66BEF8BD69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D29CB3-F9D0-A987-4ED9-912F1B990E0B}"/>
              </a:ext>
            </a:extLst>
          </p:cNvPr>
          <p:cNvSpPr>
            <a:spLocks noGrp="1"/>
          </p:cNvSpPr>
          <p:nvPr>
            <p:ph type="sldNum" sz="quarter" idx="12"/>
          </p:nvPr>
        </p:nvSpPr>
        <p:spPr/>
        <p:txBody>
          <a:bodyPr/>
          <a:lstStyle/>
          <a:p>
            <a:fld id="{17D00988-1178-4766-AEA0-1658BD3AB84A}" type="slidenum">
              <a:rPr lang="en-IN" smtClean="0"/>
              <a:t>‹#›</a:t>
            </a:fld>
            <a:endParaRPr lang="en-IN"/>
          </a:p>
        </p:txBody>
      </p:sp>
    </p:spTree>
    <p:extLst>
      <p:ext uri="{BB962C8B-B14F-4D97-AF65-F5344CB8AC3E}">
        <p14:creationId xmlns:p14="http://schemas.microsoft.com/office/powerpoint/2010/main" val="947459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53E7EA-FDCC-9750-2EC5-FE4B59F711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FB188D-0F9F-9A65-D6BA-E135C61E9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936F33-C86F-5921-F67A-9F396EB721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898040-5F51-4674-8D8D-896C4A0008D7}" type="datetimeFigureOut">
              <a:rPr lang="en-IN" smtClean="0"/>
              <a:t>20-03-2026</a:t>
            </a:fld>
            <a:endParaRPr lang="en-IN"/>
          </a:p>
        </p:txBody>
      </p:sp>
      <p:sp>
        <p:nvSpPr>
          <p:cNvPr id="5" name="Footer Placeholder 4">
            <a:extLst>
              <a:ext uri="{FF2B5EF4-FFF2-40B4-BE49-F238E27FC236}">
                <a16:creationId xmlns:a16="http://schemas.microsoft.com/office/drawing/2014/main" id="{BF21636F-6DAE-3501-D0FE-4838C07263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045C15F-1DE7-71BB-515A-9CF94B5A92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D00988-1178-4766-AEA0-1658BD3AB84A}" type="slidenum">
              <a:rPr lang="en-IN" smtClean="0"/>
              <a:t>‹#›</a:t>
            </a:fld>
            <a:endParaRPr lang="en-IN"/>
          </a:p>
        </p:txBody>
      </p:sp>
    </p:spTree>
    <p:extLst>
      <p:ext uri="{BB962C8B-B14F-4D97-AF65-F5344CB8AC3E}">
        <p14:creationId xmlns:p14="http://schemas.microsoft.com/office/powerpoint/2010/main" val="4024747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JATIN.25MCA@VITBHOPA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998906-8BCA-AB07-8833-4781BC237F48}"/>
              </a:ext>
            </a:extLst>
          </p:cNvPr>
          <p:cNvSpPr>
            <a:spLocks noGrp="1"/>
          </p:cNvSpPr>
          <p:nvPr>
            <p:ph type="ctrTitle"/>
          </p:nvPr>
        </p:nvSpPr>
        <p:spPr>
          <a:xfrm>
            <a:off x="1524000" y="1248587"/>
            <a:ext cx="9144000" cy="2387600"/>
          </a:xfrm>
        </p:spPr>
        <p:txBody>
          <a:bodyPr>
            <a:normAutofit/>
          </a:bodyPr>
          <a:lstStyle/>
          <a:p>
            <a:r>
              <a:rPr lang="en-IN" sz="6400" dirty="0"/>
              <a:t>AI Healthcare Consultancy App : Health-Link</a:t>
            </a:r>
          </a:p>
        </p:txBody>
      </p:sp>
      <p:sp>
        <p:nvSpPr>
          <p:cNvPr id="3" name="Subtitle 2">
            <a:extLst>
              <a:ext uri="{FF2B5EF4-FFF2-40B4-BE49-F238E27FC236}">
                <a16:creationId xmlns:a16="http://schemas.microsoft.com/office/drawing/2014/main" id="{A6301046-20EB-486E-51BA-4FC0390ABF4E}"/>
              </a:ext>
            </a:extLst>
          </p:cNvPr>
          <p:cNvSpPr>
            <a:spLocks noGrp="1"/>
          </p:cNvSpPr>
          <p:nvPr>
            <p:ph type="subTitle" idx="1"/>
          </p:nvPr>
        </p:nvSpPr>
        <p:spPr>
          <a:xfrm>
            <a:off x="1524000" y="3820338"/>
            <a:ext cx="9144000" cy="1563686"/>
          </a:xfrm>
        </p:spPr>
        <p:txBody>
          <a:bodyPr>
            <a:normAutofit/>
          </a:bodyPr>
          <a:lstStyle/>
          <a:p>
            <a:endParaRPr lang="en-IN" dirty="0"/>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182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0DEDCC5D-8B8A-40DB-BE90-A3AA27C6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4" name="Rectangle 33">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D47D29-734A-E1F9-916A-0D23D36DF963}"/>
              </a:ext>
            </a:extLst>
          </p:cNvPr>
          <p:cNvSpPr>
            <a:spLocks noGrp="1"/>
          </p:cNvSpPr>
          <p:nvPr>
            <p:ph type="title"/>
          </p:nvPr>
        </p:nvSpPr>
        <p:spPr>
          <a:xfrm>
            <a:off x="1171123" y="248083"/>
            <a:ext cx="9849751" cy="1349671"/>
          </a:xfrm>
        </p:spPr>
        <p:txBody>
          <a:bodyPr anchor="b">
            <a:normAutofit/>
          </a:bodyPr>
          <a:lstStyle/>
          <a:p>
            <a:r>
              <a:rPr lang="en-IN" sz="4200" b="1" dirty="0"/>
              <a:t>AI Healthcare Consistency App </a:t>
            </a:r>
            <a:br>
              <a:rPr lang="en-IN" sz="4200" b="1" dirty="0"/>
            </a:br>
            <a:endParaRPr lang="en-IN" sz="4200" b="1" dirty="0"/>
          </a:p>
        </p:txBody>
      </p:sp>
      <p:graphicFrame>
        <p:nvGraphicFramePr>
          <p:cNvPr id="14" name="Content Placeholder 3">
            <a:extLst>
              <a:ext uri="{FF2B5EF4-FFF2-40B4-BE49-F238E27FC236}">
                <a16:creationId xmlns:a16="http://schemas.microsoft.com/office/drawing/2014/main" id="{83C1D427-E5B9-8F7E-ED88-40D6C89ED6A0}"/>
              </a:ext>
            </a:extLst>
          </p:cNvPr>
          <p:cNvGraphicFramePr>
            <a:graphicFrameLocks noGrp="1"/>
          </p:cNvGraphicFramePr>
          <p:nvPr>
            <p:ph idx="1"/>
            <p:extLst>
              <p:ext uri="{D42A27DB-BD31-4B8C-83A1-F6EECF244321}">
                <p14:modId xmlns:p14="http://schemas.microsoft.com/office/powerpoint/2010/main" val="955980794"/>
              </p:ext>
            </p:extLst>
          </p:nvPr>
        </p:nvGraphicFramePr>
        <p:xfrm>
          <a:off x="1106599" y="1597753"/>
          <a:ext cx="10232276" cy="2782767"/>
        </p:xfrm>
        <a:graphic>
          <a:graphicData uri="http://schemas.openxmlformats.org/drawingml/2006/table">
            <a:tbl>
              <a:tblPr firstRow="1" bandRow="1">
                <a:tableStyleId>{5C22544A-7EE6-4342-B048-85BDC9FD1C3A}</a:tableStyleId>
              </a:tblPr>
              <a:tblGrid>
                <a:gridCol w="791976">
                  <a:extLst>
                    <a:ext uri="{9D8B030D-6E8A-4147-A177-3AD203B41FA5}">
                      <a16:colId xmlns:a16="http://schemas.microsoft.com/office/drawing/2014/main" val="279948778"/>
                    </a:ext>
                  </a:extLst>
                </a:gridCol>
                <a:gridCol w="1823397">
                  <a:extLst>
                    <a:ext uri="{9D8B030D-6E8A-4147-A177-3AD203B41FA5}">
                      <a16:colId xmlns:a16="http://schemas.microsoft.com/office/drawing/2014/main" val="1025194024"/>
                    </a:ext>
                  </a:extLst>
                </a:gridCol>
                <a:gridCol w="1843026">
                  <a:extLst>
                    <a:ext uri="{9D8B030D-6E8A-4147-A177-3AD203B41FA5}">
                      <a16:colId xmlns:a16="http://schemas.microsoft.com/office/drawing/2014/main" val="3904706997"/>
                    </a:ext>
                  </a:extLst>
                </a:gridCol>
                <a:gridCol w="4070039">
                  <a:extLst>
                    <a:ext uri="{9D8B030D-6E8A-4147-A177-3AD203B41FA5}">
                      <a16:colId xmlns:a16="http://schemas.microsoft.com/office/drawing/2014/main" val="1454456328"/>
                    </a:ext>
                  </a:extLst>
                </a:gridCol>
                <a:gridCol w="1703838">
                  <a:extLst>
                    <a:ext uri="{9D8B030D-6E8A-4147-A177-3AD203B41FA5}">
                      <a16:colId xmlns:a16="http://schemas.microsoft.com/office/drawing/2014/main" val="3984981475"/>
                    </a:ext>
                  </a:extLst>
                </a:gridCol>
              </a:tblGrid>
              <a:tr h="756014">
                <a:tc>
                  <a:txBody>
                    <a:bodyPr/>
                    <a:lstStyle/>
                    <a:p>
                      <a:r>
                        <a:rPr lang="en-IN" sz="1700"/>
                        <a:t>Sr No.</a:t>
                      </a:r>
                    </a:p>
                  </a:txBody>
                  <a:tcPr marL="142220" marR="142220" marT="71110" marB="71110"/>
                </a:tc>
                <a:tc>
                  <a:txBody>
                    <a:bodyPr/>
                    <a:lstStyle/>
                    <a:p>
                      <a:r>
                        <a:rPr lang="en-IN" sz="1700"/>
                        <a:t>Name</a:t>
                      </a:r>
                    </a:p>
                  </a:txBody>
                  <a:tcPr marL="142220" marR="142220" marT="71110" marB="71110"/>
                </a:tc>
                <a:tc>
                  <a:txBody>
                    <a:bodyPr/>
                    <a:lstStyle/>
                    <a:p>
                      <a:r>
                        <a:rPr lang="en-IN" sz="1700"/>
                        <a:t>Registration No.</a:t>
                      </a:r>
                    </a:p>
                  </a:txBody>
                  <a:tcPr marL="142220" marR="142220" marT="71110" marB="71110"/>
                </a:tc>
                <a:tc>
                  <a:txBody>
                    <a:bodyPr/>
                    <a:lstStyle/>
                    <a:p>
                      <a:r>
                        <a:rPr lang="en-IN" sz="1700"/>
                        <a:t>Email-Id</a:t>
                      </a:r>
                    </a:p>
                  </a:txBody>
                  <a:tcPr marL="142220" marR="142220" marT="71110" marB="71110"/>
                </a:tc>
                <a:tc>
                  <a:txBody>
                    <a:bodyPr/>
                    <a:lstStyle/>
                    <a:p>
                      <a:r>
                        <a:rPr lang="en-IN" sz="1700"/>
                        <a:t>Mobile No.</a:t>
                      </a:r>
                    </a:p>
                  </a:txBody>
                  <a:tcPr marL="142220" marR="142220" marT="71110" marB="71110"/>
                </a:tc>
                <a:extLst>
                  <a:ext uri="{0D108BD9-81ED-4DB2-BD59-A6C34878D82A}">
                    <a16:rowId xmlns:a16="http://schemas.microsoft.com/office/drawing/2014/main" val="524404174"/>
                  </a:ext>
                </a:extLst>
              </a:tr>
              <a:tr h="602125">
                <a:tc>
                  <a:txBody>
                    <a:bodyPr/>
                    <a:lstStyle/>
                    <a:p>
                      <a:r>
                        <a:rPr lang="en-IN" sz="1700" b="1">
                          <a:latin typeface="+mn-lt"/>
                        </a:rPr>
                        <a:t>1</a:t>
                      </a:r>
                    </a:p>
                  </a:txBody>
                  <a:tcPr marL="142220" marR="142220" marT="71110" marB="71110"/>
                </a:tc>
                <a:tc>
                  <a:txBody>
                    <a:bodyPr/>
                    <a:lstStyle/>
                    <a:p>
                      <a:pPr algn="ctr"/>
                      <a:r>
                        <a:rPr lang="en-IN" sz="1700" b="1" dirty="0">
                          <a:latin typeface="+mn-lt"/>
                        </a:rPr>
                        <a:t>Gurinder Singh</a:t>
                      </a:r>
                    </a:p>
                  </a:txBody>
                  <a:tcPr marL="142220" marR="142220" marT="71110" marB="71110"/>
                </a:tc>
                <a:tc>
                  <a:txBody>
                    <a:bodyPr/>
                    <a:lstStyle/>
                    <a:p>
                      <a:pPr algn="ctr"/>
                      <a:r>
                        <a:rPr lang="en-IN" sz="1700" b="1">
                          <a:latin typeface="+mn-lt"/>
                        </a:rPr>
                        <a:t>25MCA10097</a:t>
                      </a:r>
                    </a:p>
                  </a:txBody>
                  <a:tcPr marL="142220" marR="142220" marT="71110" marB="71110"/>
                </a:tc>
                <a:tc>
                  <a:txBody>
                    <a:bodyPr/>
                    <a:lstStyle/>
                    <a:p>
                      <a:pPr algn="ctr"/>
                      <a:r>
                        <a:rPr lang="en-IN" sz="1600" b="1" dirty="0">
                          <a:latin typeface="+mn-lt"/>
                        </a:rPr>
                        <a:t>Gurinder.25mca10097@vitbhopal.ac.in</a:t>
                      </a:r>
                    </a:p>
                  </a:txBody>
                  <a:tcPr marL="142220" marR="142220" marT="71110" marB="71110"/>
                </a:tc>
                <a:tc>
                  <a:txBody>
                    <a:bodyPr/>
                    <a:lstStyle/>
                    <a:p>
                      <a:r>
                        <a:rPr lang="en-IN" sz="1700" b="1" dirty="0">
                          <a:latin typeface="+mn-lt"/>
                        </a:rPr>
                        <a:t>7340967093</a:t>
                      </a:r>
                    </a:p>
                  </a:txBody>
                  <a:tcPr marL="142220" marR="142220" marT="71110" marB="71110"/>
                </a:tc>
                <a:extLst>
                  <a:ext uri="{0D108BD9-81ED-4DB2-BD59-A6C34878D82A}">
                    <a16:rowId xmlns:a16="http://schemas.microsoft.com/office/drawing/2014/main" val="421607890"/>
                  </a:ext>
                </a:extLst>
              </a:tr>
              <a:tr h="474876">
                <a:tc>
                  <a:txBody>
                    <a:bodyPr/>
                    <a:lstStyle/>
                    <a:p>
                      <a:r>
                        <a:rPr lang="en-IN" sz="1700" b="1">
                          <a:latin typeface="+mn-lt"/>
                        </a:rPr>
                        <a:t>2</a:t>
                      </a:r>
                    </a:p>
                  </a:txBody>
                  <a:tcPr marL="142220" marR="142220" marT="71110" marB="71110"/>
                </a:tc>
                <a:tc>
                  <a:txBody>
                    <a:bodyPr/>
                    <a:lstStyle/>
                    <a:p>
                      <a:pPr algn="ctr"/>
                      <a:r>
                        <a:rPr lang="en-IN" sz="1700" b="1" dirty="0">
                          <a:latin typeface="+mn-lt"/>
                        </a:rPr>
                        <a:t>Shantanu</a:t>
                      </a:r>
                    </a:p>
                  </a:txBody>
                  <a:tcPr marL="142220" marR="142220" marT="71110" marB="71110"/>
                </a:tc>
                <a:tc>
                  <a:txBody>
                    <a:bodyPr/>
                    <a:lstStyle/>
                    <a:p>
                      <a:pPr algn="ctr"/>
                      <a:r>
                        <a:rPr lang="en-IN" sz="1700" b="1" dirty="0">
                          <a:latin typeface="+mn-lt"/>
                        </a:rPr>
                        <a:t>25MCA10083</a:t>
                      </a:r>
                    </a:p>
                  </a:txBody>
                  <a:tcPr marL="142220" marR="142220" marT="71110" marB="71110"/>
                </a:tc>
                <a:tc>
                  <a:txBody>
                    <a:bodyPr/>
                    <a:lstStyle/>
                    <a:p>
                      <a:pPr algn="ctr"/>
                      <a:r>
                        <a:rPr lang="en-IN" sz="1600" b="1" dirty="0">
                          <a:latin typeface="+mn-lt"/>
                        </a:rPr>
                        <a:t>Shantanu.25mca10083@vitbhopal.ac.in</a:t>
                      </a:r>
                    </a:p>
                  </a:txBody>
                  <a:tcPr marL="142220" marR="142220" marT="71110" marB="71110"/>
                </a:tc>
                <a:tc>
                  <a:txBody>
                    <a:bodyPr/>
                    <a:lstStyle/>
                    <a:p>
                      <a:r>
                        <a:rPr lang="en-IN" sz="1700" b="1" dirty="0">
                          <a:latin typeface="+mn-lt"/>
                        </a:rPr>
                        <a:t>9172110225</a:t>
                      </a:r>
                    </a:p>
                  </a:txBody>
                  <a:tcPr marL="142220" marR="142220" marT="71110" marB="71110"/>
                </a:tc>
                <a:extLst>
                  <a:ext uri="{0D108BD9-81ED-4DB2-BD59-A6C34878D82A}">
                    <a16:rowId xmlns:a16="http://schemas.microsoft.com/office/drawing/2014/main" val="3214240082"/>
                  </a:ext>
                </a:extLst>
              </a:tr>
              <a:tr h="474876">
                <a:tc>
                  <a:txBody>
                    <a:bodyPr/>
                    <a:lstStyle/>
                    <a:p>
                      <a:r>
                        <a:rPr lang="en-IN" sz="1700" b="1">
                          <a:latin typeface="+mn-lt"/>
                        </a:rPr>
                        <a:t>3</a:t>
                      </a:r>
                    </a:p>
                  </a:txBody>
                  <a:tcPr marL="142220" marR="142220" marT="71110" marB="71110"/>
                </a:tc>
                <a:tc>
                  <a:txBody>
                    <a:bodyPr/>
                    <a:lstStyle/>
                    <a:p>
                      <a:pPr algn="ctr"/>
                      <a:r>
                        <a:rPr lang="en-IN" sz="1700" b="1">
                          <a:latin typeface="+mn-lt"/>
                        </a:rPr>
                        <a:t>Jatin Guleria</a:t>
                      </a:r>
                    </a:p>
                  </a:txBody>
                  <a:tcPr marL="142220" marR="142220" marT="71110" marB="71110"/>
                </a:tc>
                <a:tc>
                  <a:txBody>
                    <a:bodyPr/>
                    <a:lstStyle/>
                    <a:p>
                      <a:pPr algn="ctr"/>
                      <a:r>
                        <a:rPr lang="en-IN" sz="1700" b="1">
                          <a:latin typeface="+mn-lt"/>
                        </a:rPr>
                        <a:t>25MCA10080</a:t>
                      </a:r>
                    </a:p>
                  </a:txBody>
                  <a:tcPr marL="142220" marR="142220" marT="71110" marB="71110"/>
                </a:tc>
                <a:tc>
                  <a:txBody>
                    <a:bodyPr/>
                    <a:lstStyle/>
                    <a:p>
                      <a:pPr algn="ctr"/>
                      <a:r>
                        <a:rPr lang="en-IN" sz="1700" b="1" dirty="0">
                          <a:latin typeface="+mn-lt"/>
                          <a:hlinkClick r:id="rId2"/>
                        </a:rPr>
                        <a:t>JATIN.25MCA@VITBHOPAL</a:t>
                      </a:r>
                      <a:r>
                        <a:rPr lang="en-IN" sz="1700" b="1" dirty="0">
                          <a:latin typeface="+mn-lt"/>
                        </a:rPr>
                        <a:t>.ac.in</a:t>
                      </a:r>
                    </a:p>
                  </a:txBody>
                  <a:tcPr marL="142220" marR="142220" marT="71110" marB="71110"/>
                </a:tc>
                <a:tc>
                  <a:txBody>
                    <a:bodyPr/>
                    <a:lstStyle/>
                    <a:p>
                      <a:pPr algn="ctr"/>
                      <a:r>
                        <a:rPr lang="en-IN" sz="1700" b="1">
                          <a:latin typeface="+mn-lt"/>
                        </a:rPr>
                        <a:t>7807692839</a:t>
                      </a:r>
                    </a:p>
                  </a:txBody>
                  <a:tcPr marL="142220" marR="142220" marT="71110" marB="71110"/>
                </a:tc>
                <a:extLst>
                  <a:ext uri="{0D108BD9-81ED-4DB2-BD59-A6C34878D82A}">
                    <a16:rowId xmlns:a16="http://schemas.microsoft.com/office/drawing/2014/main" val="847371736"/>
                  </a:ext>
                </a:extLst>
              </a:tr>
              <a:tr h="474876">
                <a:tc>
                  <a:txBody>
                    <a:bodyPr/>
                    <a:lstStyle/>
                    <a:p>
                      <a:r>
                        <a:rPr lang="en-IN" sz="1700" b="1">
                          <a:latin typeface="+mn-lt"/>
                        </a:rPr>
                        <a:t>4</a:t>
                      </a:r>
                    </a:p>
                  </a:txBody>
                  <a:tcPr marL="142220" marR="142220" marT="71110" marB="71110"/>
                </a:tc>
                <a:tc>
                  <a:txBody>
                    <a:bodyPr/>
                    <a:lstStyle/>
                    <a:p>
                      <a:pPr algn="ctr"/>
                      <a:r>
                        <a:rPr lang="en-IN" sz="1700" b="1" dirty="0">
                          <a:latin typeface="+mn-lt"/>
                        </a:rPr>
                        <a:t>Rishi</a:t>
                      </a:r>
                    </a:p>
                  </a:txBody>
                  <a:tcPr marL="142220" marR="142220" marT="71110" marB="71110"/>
                </a:tc>
                <a:tc>
                  <a:txBody>
                    <a:bodyPr/>
                    <a:lstStyle/>
                    <a:p>
                      <a:pPr algn="ctr"/>
                      <a:r>
                        <a:rPr lang="en-IN" sz="1700" b="1">
                          <a:latin typeface="+mn-lt"/>
                        </a:rPr>
                        <a:t>25MCA10100</a:t>
                      </a:r>
                    </a:p>
                  </a:txBody>
                  <a:tcPr marL="142220" marR="142220" marT="71110" marB="71110"/>
                </a:tc>
                <a:tc>
                  <a:txBody>
                    <a:bodyPr/>
                    <a:lstStyle/>
                    <a:p>
                      <a:pPr algn="ctr"/>
                      <a:r>
                        <a:rPr lang="en-IN" sz="1700" b="1" dirty="0">
                          <a:latin typeface="+mn-lt"/>
                        </a:rPr>
                        <a:t>Rishi.25mca10100@vitbhopal.ac.in</a:t>
                      </a:r>
                    </a:p>
                  </a:txBody>
                  <a:tcPr marL="142220" marR="142220" marT="71110" marB="71110"/>
                </a:tc>
                <a:tc>
                  <a:txBody>
                    <a:bodyPr/>
                    <a:lstStyle/>
                    <a:p>
                      <a:r>
                        <a:rPr lang="en-IN" sz="1700" b="1" dirty="0">
                          <a:latin typeface="+mn-lt"/>
                        </a:rPr>
                        <a:t>9140562571</a:t>
                      </a:r>
                    </a:p>
                  </a:txBody>
                  <a:tcPr marL="142220" marR="142220" marT="71110" marB="71110"/>
                </a:tc>
                <a:extLst>
                  <a:ext uri="{0D108BD9-81ED-4DB2-BD59-A6C34878D82A}">
                    <a16:rowId xmlns:a16="http://schemas.microsoft.com/office/drawing/2014/main" val="4051865887"/>
                  </a:ext>
                </a:extLst>
              </a:tr>
            </a:tbl>
          </a:graphicData>
        </a:graphic>
      </p:graphicFrame>
      <p:sp>
        <p:nvSpPr>
          <p:cNvPr id="12" name="TextBox 11">
            <a:extLst>
              <a:ext uri="{FF2B5EF4-FFF2-40B4-BE49-F238E27FC236}">
                <a16:creationId xmlns:a16="http://schemas.microsoft.com/office/drawing/2014/main" id="{98FCFEA8-5A20-8CE1-944E-0D52738C8839}"/>
              </a:ext>
            </a:extLst>
          </p:cNvPr>
          <p:cNvSpPr txBox="1"/>
          <p:nvPr/>
        </p:nvSpPr>
        <p:spPr>
          <a:xfrm>
            <a:off x="733806" y="4853715"/>
            <a:ext cx="6094476" cy="646331"/>
          </a:xfrm>
          <a:prstGeom prst="rect">
            <a:avLst/>
          </a:prstGeom>
          <a:noFill/>
        </p:spPr>
        <p:txBody>
          <a:bodyPr wrap="square">
            <a:spAutoFit/>
          </a:bodyPr>
          <a:lstStyle/>
          <a:p>
            <a:r>
              <a:rPr lang="en-IN" b="1" dirty="0"/>
              <a:t>Dr M.K. Jayanthi Kannan</a:t>
            </a:r>
          </a:p>
          <a:p>
            <a:r>
              <a:rPr lang="en-IN" b="1" dirty="0"/>
              <a:t>Professor SCAI</a:t>
            </a:r>
          </a:p>
        </p:txBody>
      </p:sp>
      <p:sp>
        <p:nvSpPr>
          <p:cNvPr id="15" name="TextBox 14">
            <a:extLst>
              <a:ext uri="{FF2B5EF4-FFF2-40B4-BE49-F238E27FC236}">
                <a16:creationId xmlns:a16="http://schemas.microsoft.com/office/drawing/2014/main" id="{AFC69C2D-1AB7-0CA3-A192-2BF45B86BE2C}"/>
              </a:ext>
            </a:extLst>
          </p:cNvPr>
          <p:cNvSpPr txBox="1"/>
          <p:nvPr/>
        </p:nvSpPr>
        <p:spPr>
          <a:xfrm>
            <a:off x="733806" y="5534922"/>
            <a:ext cx="6094476" cy="400110"/>
          </a:xfrm>
          <a:prstGeom prst="rect">
            <a:avLst/>
          </a:prstGeom>
          <a:noFill/>
        </p:spPr>
        <p:txBody>
          <a:bodyPr wrap="square">
            <a:spAutoFit/>
          </a:bodyPr>
          <a:lstStyle/>
          <a:p>
            <a:r>
              <a:rPr lang="en-IN" sz="2000" b="1" dirty="0">
                <a:solidFill>
                  <a:srgbClr val="002060"/>
                </a:solidFill>
              </a:rPr>
              <a:t>(SUPERVISOR) </a:t>
            </a:r>
          </a:p>
        </p:txBody>
      </p:sp>
    </p:spTree>
    <p:extLst>
      <p:ext uri="{BB962C8B-B14F-4D97-AF65-F5344CB8AC3E}">
        <p14:creationId xmlns:p14="http://schemas.microsoft.com/office/powerpoint/2010/main" val="1636994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D654EA-A6C2-ADFB-24E4-9A138EB9B8F8}"/>
              </a:ext>
            </a:extLst>
          </p:cNvPr>
          <p:cNvSpPr>
            <a:spLocks noGrp="1"/>
          </p:cNvSpPr>
          <p:nvPr>
            <p:ph type="title"/>
          </p:nvPr>
        </p:nvSpPr>
        <p:spPr>
          <a:xfrm>
            <a:off x="808638" y="386930"/>
            <a:ext cx="9236700" cy="1188950"/>
          </a:xfrm>
        </p:spPr>
        <p:txBody>
          <a:bodyPr anchor="b">
            <a:normAutofit/>
          </a:bodyPr>
          <a:lstStyle/>
          <a:p>
            <a:pPr algn="ctr"/>
            <a:r>
              <a:rPr lang="en-IN" sz="5400" b="1" dirty="0">
                <a:latin typeface="+mn-lt"/>
              </a:rPr>
              <a:t>INTRODUCTION</a:t>
            </a:r>
            <a:r>
              <a:rPr lang="en-IN" sz="5400" dirty="0"/>
              <a:t> </a:t>
            </a:r>
          </a:p>
        </p:txBody>
      </p:sp>
      <p:grpSp>
        <p:nvGrpSpPr>
          <p:cNvPr id="53" name="Group 52">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54" name="Rectangle 5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7" name="Rectangle 5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9" name="Content Placeholder 2">
            <a:extLst>
              <a:ext uri="{FF2B5EF4-FFF2-40B4-BE49-F238E27FC236}">
                <a16:creationId xmlns:a16="http://schemas.microsoft.com/office/drawing/2014/main" id="{4F4B4D43-71BE-1100-44D3-DE7F87400411}"/>
              </a:ext>
            </a:extLst>
          </p:cNvPr>
          <p:cNvGraphicFramePr>
            <a:graphicFrameLocks noGrp="1"/>
          </p:cNvGraphicFramePr>
          <p:nvPr>
            <p:ph idx="1"/>
            <p:extLst>
              <p:ext uri="{D42A27DB-BD31-4B8C-83A1-F6EECF244321}">
                <p14:modId xmlns:p14="http://schemas.microsoft.com/office/powerpoint/2010/main" val="540575786"/>
              </p:ext>
            </p:extLst>
          </p:nvPr>
        </p:nvGraphicFramePr>
        <p:xfrm>
          <a:off x="128016" y="3789868"/>
          <a:ext cx="9198864" cy="25422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A78C910E-1017-AB5E-E773-32D1ACF67433}"/>
              </a:ext>
            </a:extLst>
          </p:cNvPr>
          <p:cNvSpPr txBox="1"/>
          <p:nvPr/>
        </p:nvSpPr>
        <p:spPr>
          <a:xfrm>
            <a:off x="99622" y="2167171"/>
            <a:ext cx="11255346" cy="1631216"/>
          </a:xfrm>
          <a:prstGeom prst="rect">
            <a:avLst/>
          </a:prstGeom>
          <a:noFill/>
        </p:spPr>
        <p:txBody>
          <a:bodyPr wrap="square">
            <a:spAutoFit/>
          </a:bodyPr>
          <a:lstStyle/>
          <a:p>
            <a:pPr>
              <a:buNone/>
            </a:pPr>
            <a:r>
              <a:rPr lang="en-GB" sz="2000" dirty="0"/>
              <a:t>In today’s fast-paced world, timely medical assistance can save lives.</a:t>
            </a:r>
            <a:br>
              <a:rPr lang="en-GB" sz="2000" dirty="0"/>
            </a:br>
            <a:r>
              <a:rPr lang="en-GB" sz="2000" dirty="0"/>
              <a:t>However, lack of coordination between patients, clinics, and pharmacies often causes delays.</a:t>
            </a:r>
          </a:p>
          <a:p>
            <a:pPr>
              <a:buNone/>
            </a:pPr>
            <a:r>
              <a:rPr lang="en-GB" sz="2000" dirty="0"/>
              <a:t>This project proposes an AI-powered healthcare system that connects patients, healthcare providers, and medical stores in real time.</a:t>
            </a:r>
          </a:p>
          <a:p>
            <a:pPr>
              <a:buNone/>
            </a:pPr>
            <a:r>
              <a:rPr lang="en-IN" sz="2000" b="1" dirty="0"/>
              <a:t>The system ensures:</a:t>
            </a:r>
            <a:endParaRPr lang="en-GB" sz="2000" b="1" dirty="0"/>
          </a:p>
        </p:txBody>
      </p:sp>
    </p:spTree>
    <p:extLst>
      <p:ext uri="{BB962C8B-B14F-4D97-AF65-F5344CB8AC3E}">
        <p14:creationId xmlns:p14="http://schemas.microsoft.com/office/powerpoint/2010/main" val="2291226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AC78DC-50FC-E5E2-1438-794A20049BB3}"/>
              </a:ext>
            </a:extLst>
          </p:cNvPr>
          <p:cNvSpPr>
            <a:spLocks noGrp="1"/>
          </p:cNvSpPr>
          <p:nvPr>
            <p:ph type="title"/>
          </p:nvPr>
        </p:nvSpPr>
        <p:spPr>
          <a:xfrm>
            <a:off x="1106599" y="202248"/>
            <a:ext cx="9855443" cy="875842"/>
          </a:xfrm>
        </p:spPr>
        <p:txBody>
          <a:bodyPr anchor="b">
            <a:normAutofit/>
          </a:bodyPr>
          <a:lstStyle/>
          <a:p>
            <a:pPr algn="ctr"/>
            <a:r>
              <a:rPr lang="en-IN" b="1" dirty="0"/>
              <a:t>PROBLEM STATEMENT</a:t>
            </a:r>
          </a:p>
        </p:txBody>
      </p:sp>
      <p:graphicFrame>
        <p:nvGraphicFramePr>
          <p:cNvPr id="7" name="Content Placeholder 2">
            <a:extLst>
              <a:ext uri="{FF2B5EF4-FFF2-40B4-BE49-F238E27FC236}">
                <a16:creationId xmlns:a16="http://schemas.microsoft.com/office/drawing/2014/main" id="{91449850-DCD7-58E0-956E-718B6703B96E}"/>
              </a:ext>
            </a:extLst>
          </p:cNvPr>
          <p:cNvGraphicFramePr>
            <a:graphicFrameLocks noGrp="1"/>
          </p:cNvGraphicFramePr>
          <p:nvPr>
            <p:ph idx="1"/>
            <p:extLst>
              <p:ext uri="{D42A27DB-BD31-4B8C-83A1-F6EECF244321}">
                <p14:modId xmlns:p14="http://schemas.microsoft.com/office/powerpoint/2010/main" val="3186206636"/>
              </p:ext>
            </p:extLst>
          </p:nvPr>
        </p:nvGraphicFramePr>
        <p:xfrm>
          <a:off x="1106599" y="1461005"/>
          <a:ext cx="10404475" cy="4540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8090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50118-633B-9E75-BF56-25E2897D91DE}"/>
              </a:ext>
            </a:extLst>
          </p:cNvPr>
          <p:cNvSpPr>
            <a:spLocks noGrp="1"/>
          </p:cNvSpPr>
          <p:nvPr>
            <p:ph type="title"/>
          </p:nvPr>
        </p:nvSpPr>
        <p:spPr>
          <a:xfrm>
            <a:off x="1289303" y="174659"/>
            <a:ext cx="9705012" cy="1065007"/>
          </a:xfrm>
        </p:spPr>
        <p:txBody>
          <a:bodyPr anchor="b">
            <a:normAutofit/>
          </a:bodyPr>
          <a:lstStyle/>
          <a:p>
            <a:pPr algn="ctr"/>
            <a:r>
              <a:rPr lang="en-IN" sz="5400" b="1" i="1" dirty="0"/>
              <a:t>OBJECTIVES </a:t>
            </a:r>
          </a:p>
        </p:txBody>
      </p:sp>
      <p:graphicFrame>
        <p:nvGraphicFramePr>
          <p:cNvPr id="27" name="Rectangle 1">
            <a:extLst>
              <a:ext uri="{FF2B5EF4-FFF2-40B4-BE49-F238E27FC236}">
                <a16:creationId xmlns:a16="http://schemas.microsoft.com/office/drawing/2014/main" id="{64F1DE90-C2F9-8F40-3E84-34D8F16248DC}"/>
              </a:ext>
            </a:extLst>
          </p:cNvPr>
          <p:cNvGraphicFramePr>
            <a:graphicFrameLocks noGrp="1"/>
          </p:cNvGraphicFramePr>
          <p:nvPr>
            <p:ph idx="1"/>
            <p:extLst>
              <p:ext uri="{D42A27DB-BD31-4B8C-83A1-F6EECF244321}">
                <p14:modId xmlns:p14="http://schemas.microsoft.com/office/powerpoint/2010/main" val="835684862"/>
              </p:ext>
            </p:extLst>
          </p:nvPr>
        </p:nvGraphicFramePr>
        <p:xfrm>
          <a:off x="762133" y="1701126"/>
          <a:ext cx="10759353" cy="407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490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179E3C-1485-7E4A-3DEE-ABFBE4D6DE78}"/>
              </a:ext>
            </a:extLst>
          </p:cNvPr>
          <p:cNvSpPr>
            <a:spLocks noGrp="1"/>
          </p:cNvSpPr>
          <p:nvPr>
            <p:ph type="title"/>
          </p:nvPr>
        </p:nvSpPr>
        <p:spPr>
          <a:xfrm>
            <a:off x="1653092" y="551960"/>
            <a:ext cx="9093798" cy="878807"/>
          </a:xfrm>
        </p:spPr>
        <p:txBody>
          <a:bodyPr vert="horz" lIns="91440" tIns="45720" rIns="91440" bIns="45720" rtlCol="0" anchor="b">
            <a:normAutofit fontScale="90000"/>
          </a:bodyPr>
          <a:lstStyle/>
          <a:p>
            <a:pPr algn="ctr"/>
            <a:r>
              <a:rPr lang="en-US" sz="6400" b="1" kern="1200" dirty="0">
                <a:solidFill>
                  <a:schemeClr val="tx1"/>
                </a:solidFill>
                <a:latin typeface="+mj-lt"/>
                <a:ea typeface="+mj-ea"/>
                <a:cs typeface="+mj-cs"/>
              </a:rPr>
              <a:t>REQUIREMENTS </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A9874CD0-C96D-8B2D-2127-52756FDA2C0F}"/>
              </a:ext>
            </a:extLst>
          </p:cNvPr>
          <p:cNvGraphicFramePr>
            <a:graphicFrameLocks noGrp="1"/>
          </p:cNvGraphicFramePr>
          <p:nvPr>
            <p:extLst>
              <p:ext uri="{D42A27DB-BD31-4B8C-83A1-F6EECF244321}">
                <p14:modId xmlns:p14="http://schemas.microsoft.com/office/powerpoint/2010/main" val="604155884"/>
              </p:ext>
            </p:extLst>
          </p:nvPr>
        </p:nvGraphicFramePr>
        <p:xfrm>
          <a:off x="1357927" y="1486596"/>
          <a:ext cx="9476144" cy="3756378"/>
        </p:xfrm>
        <a:graphic>
          <a:graphicData uri="http://schemas.openxmlformats.org/drawingml/2006/table">
            <a:tbl>
              <a:tblPr firstRow="1" bandRow="1">
                <a:tableStyleId>{00A15C55-8517-42AA-B614-E9B94910E393}</a:tableStyleId>
              </a:tblPr>
              <a:tblGrid>
                <a:gridCol w="4744872">
                  <a:extLst>
                    <a:ext uri="{9D8B030D-6E8A-4147-A177-3AD203B41FA5}">
                      <a16:colId xmlns:a16="http://schemas.microsoft.com/office/drawing/2014/main" val="3933025888"/>
                    </a:ext>
                  </a:extLst>
                </a:gridCol>
                <a:gridCol w="4731272">
                  <a:extLst>
                    <a:ext uri="{9D8B030D-6E8A-4147-A177-3AD203B41FA5}">
                      <a16:colId xmlns:a16="http://schemas.microsoft.com/office/drawing/2014/main" val="2531164280"/>
                    </a:ext>
                  </a:extLst>
                </a:gridCol>
              </a:tblGrid>
              <a:tr h="626063">
                <a:tc>
                  <a:txBody>
                    <a:bodyPr/>
                    <a:lstStyle/>
                    <a:p>
                      <a:pPr algn="ctr"/>
                      <a:r>
                        <a:rPr lang="en-IN" sz="2400" b="1" dirty="0"/>
                        <a:t>Hardware</a:t>
                      </a:r>
                    </a:p>
                  </a:txBody>
                  <a:tcPr/>
                </a:tc>
                <a:tc>
                  <a:txBody>
                    <a:bodyPr/>
                    <a:lstStyle/>
                    <a:p>
                      <a:pPr algn="ctr"/>
                      <a:r>
                        <a:rPr lang="en-IN" sz="2400" b="1" dirty="0"/>
                        <a:t>Software</a:t>
                      </a:r>
                    </a:p>
                  </a:txBody>
                  <a:tcPr/>
                </a:tc>
                <a:extLst>
                  <a:ext uri="{0D108BD9-81ED-4DB2-BD59-A6C34878D82A}">
                    <a16:rowId xmlns:a16="http://schemas.microsoft.com/office/drawing/2014/main" val="1480878607"/>
                  </a:ext>
                </a:extLst>
              </a:tr>
              <a:tr h="626063">
                <a:tc>
                  <a:txBody>
                    <a:bodyPr/>
                    <a:lstStyle/>
                    <a:p>
                      <a:pPr algn="l"/>
                      <a:r>
                        <a:rPr lang="en-IN" sz="2000" b="0" dirty="0"/>
                        <a:t>Smartphone (Android/iOS)</a:t>
                      </a:r>
                    </a:p>
                  </a:txBody>
                  <a:tcPr/>
                </a:tc>
                <a:tc>
                  <a:txBody>
                    <a:bodyPr/>
                    <a:lstStyle/>
                    <a:p>
                      <a:pPr algn="l"/>
                      <a:r>
                        <a:rPr lang="en-IN" sz="2000" b="0" dirty="0"/>
                        <a:t>Frontend: React / Flutter</a:t>
                      </a:r>
                    </a:p>
                  </a:txBody>
                  <a:tcPr/>
                </a:tc>
                <a:extLst>
                  <a:ext uri="{0D108BD9-81ED-4DB2-BD59-A6C34878D82A}">
                    <a16:rowId xmlns:a16="http://schemas.microsoft.com/office/drawing/2014/main" val="1075723743"/>
                  </a:ext>
                </a:extLst>
              </a:tr>
              <a:tr h="626063">
                <a:tc>
                  <a:txBody>
                    <a:bodyPr/>
                    <a:lstStyle/>
                    <a:p>
                      <a:pPr algn="l"/>
                      <a:r>
                        <a:rPr lang="en-IN" sz="2000" b="0" dirty="0"/>
                        <a:t>Server system</a:t>
                      </a:r>
                    </a:p>
                  </a:txBody>
                  <a:tcPr/>
                </a:tc>
                <a:tc>
                  <a:txBody>
                    <a:bodyPr/>
                    <a:lstStyle/>
                    <a:p>
                      <a:pPr algn="l"/>
                      <a:r>
                        <a:rPr lang="en-IN" sz="2000" b="0" dirty="0"/>
                        <a:t>Backend: Node.js / Django</a:t>
                      </a:r>
                    </a:p>
                  </a:txBody>
                  <a:tcPr/>
                </a:tc>
                <a:extLst>
                  <a:ext uri="{0D108BD9-81ED-4DB2-BD59-A6C34878D82A}">
                    <a16:rowId xmlns:a16="http://schemas.microsoft.com/office/drawing/2014/main" val="2958764540"/>
                  </a:ext>
                </a:extLst>
              </a:tr>
              <a:tr h="626063">
                <a:tc>
                  <a:txBody>
                    <a:bodyPr/>
                    <a:lstStyle/>
                    <a:p>
                      <a:pPr algn="l"/>
                      <a:r>
                        <a:rPr lang="en-IN" sz="2000" b="0" dirty="0"/>
                        <a:t>Internet connectivity</a:t>
                      </a:r>
                    </a:p>
                  </a:txBody>
                  <a:tcPr/>
                </a:tc>
                <a:tc>
                  <a:txBody>
                    <a:bodyPr/>
                    <a:lstStyle/>
                    <a:p>
                      <a:pPr algn="l"/>
                      <a:r>
                        <a:rPr lang="en-IN" sz="2000" b="0" dirty="0"/>
                        <a:t>Database: MySQL / Firebase</a:t>
                      </a:r>
                    </a:p>
                  </a:txBody>
                  <a:tcPr/>
                </a:tc>
                <a:extLst>
                  <a:ext uri="{0D108BD9-81ED-4DB2-BD59-A6C34878D82A}">
                    <a16:rowId xmlns:a16="http://schemas.microsoft.com/office/drawing/2014/main" val="2462264519"/>
                  </a:ext>
                </a:extLst>
              </a:tr>
              <a:tr h="626063">
                <a:tc>
                  <a:txBody>
                    <a:bodyPr/>
                    <a:lstStyle/>
                    <a:p>
                      <a:pPr algn="l"/>
                      <a:endParaRPr lang="en-IN" sz="2000" b="0"/>
                    </a:p>
                  </a:txBody>
                  <a:tcPr/>
                </a:tc>
                <a:tc>
                  <a:txBody>
                    <a:bodyPr/>
                    <a:lstStyle/>
                    <a:p>
                      <a:pPr algn="l"/>
                      <a:r>
                        <a:rPr lang="it-IT" sz="2000" b="0" dirty="0"/>
                        <a:t>AI Model: Python (ML/NLP)</a:t>
                      </a:r>
                      <a:endParaRPr lang="en-IN" sz="2000" b="0" dirty="0"/>
                    </a:p>
                  </a:txBody>
                  <a:tcPr/>
                </a:tc>
                <a:extLst>
                  <a:ext uri="{0D108BD9-81ED-4DB2-BD59-A6C34878D82A}">
                    <a16:rowId xmlns:a16="http://schemas.microsoft.com/office/drawing/2014/main" val="916882554"/>
                  </a:ext>
                </a:extLst>
              </a:tr>
              <a:tr h="626063">
                <a:tc>
                  <a:txBody>
                    <a:bodyPr/>
                    <a:lstStyle/>
                    <a:p>
                      <a:pPr algn="l"/>
                      <a:endParaRPr lang="en-IN" sz="2000" b="0"/>
                    </a:p>
                  </a:txBody>
                  <a:tcPr/>
                </a:tc>
                <a:tc>
                  <a:txBody>
                    <a:bodyPr/>
                    <a:lstStyle/>
                    <a:p>
                      <a:pPr algn="l"/>
                      <a:r>
                        <a:rPr lang="en-GB" sz="2000" b="0" dirty="0"/>
                        <a:t>APIs: Maps API, Payment Gateway</a:t>
                      </a:r>
                      <a:endParaRPr lang="en-IN" sz="2000" b="0" dirty="0"/>
                    </a:p>
                  </a:txBody>
                  <a:tcPr/>
                </a:tc>
                <a:extLst>
                  <a:ext uri="{0D108BD9-81ED-4DB2-BD59-A6C34878D82A}">
                    <a16:rowId xmlns:a16="http://schemas.microsoft.com/office/drawing/2014/main" val="2248483748"/>
                  </a:ext>
                </a:extLst>
              </a:tr>
            </a:tbl>
          </a:graphicData>
        </a:graphic>
      </p:graphicFrame>
    </p:spTree>
    <p:extLst>
      <p:ext uri="{BB962C8B-B14F-4D97-AF65-F5344CB8AC3E}">
        <p14:creationId xmlns:p14="http://schemas.microsoft.com/office/powerpoint/2010/main" val="131704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7" name="Rectangle 3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ectangle 4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94984F-ED34-FD0F-0AEB-CE9CA48896F0}"/>
              </a:ext>
            </a:extLst>
          </p:cNvPr>
          <p:cNvSpPr>
            <a:spLocks noGrp="1"/>
          </p:cNvSpPr>
          <p:nvPr>
            <p:ph type="title"/>
          </p:nvPr>
        </p:nvSpPr>
        <p:spPr>
          <a:xfrm>
            <a:off x="1043631" y="809898"/>
            <a:ext cx="9942716" cy="1554480"/>
          </a:xfrm>
        </p:spPr>
        <p:txBody>
          <a:bodyPr anchor="ctr">
            <a:normAutofit/>
          </a:bodyPr>
          <a:lstStyle/>
          <a:p>
            <a:r>
              <a:rPr lang="en-IN" sz="2600" b="1" dirty="0"/>
              <a:t>Domain Analysis</a:t>
            </a:r>
            <a:br>
              <a:rPr lang="en-IN" sz="2600" b="1" dirty="0"/>
            </a:br>
            <a:r>
              <a:rPr lang="en-GB" sz="2600" b="1" dirty="0"/>
              <a:t>AI Healthcare Consistency &amp; Emergency Response System</a:t>
            </a:r>
            <a:br>
              <a:rPr lang="en-GB" sz="2600" b="1" dirty="0"/>
            </a:br>
            <a:r>
              <a:rPr lang="en-GB" sz="2600" b="1" dirty="0"/>
              <a:t>Healthcare Technology (HealthTech) – Emergency &amp; Smart Care Systems</a:t>
            </a:r>
            <a:endParaRPr lang="en-IN" sz="2600" b="1" dirty="0"/>
          </a:p>
        </p:txBody>
      </p:sp>
      <p:cxnSp>
        <p:nvCxnSpPr>
          <p:cNvPr id="43" name="Straight Connector 4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21" name="Content Placeholder 2">
            <a:extLst>
              <a:ext uri="{FF2B5EF4-FFF2-40B4-BE49-F238E27FC236}">
                <a16:creationId xmlns:a16="http://schemas.microsoft.com/office/drawing/2014/main" id="{37657E22-AC37-6C5D-D1E2-A09D9C3AC6BF}"/>
              </a:ext>
            </a:extLst>
          </p:cNvPr>
          <p:cNvGraphicFramePr>
            <a:graphicFrameLocks noGrp="1"/>
          </p:cNvGraphicFramePr>
          <p:nvPr>
            <p:ph idx="1"/>
            <p:extLst>
              <p:ext uri="{D42A27DB-BD31-4B8C-83A1-F6EECF244321}">
                <p14:modId xmlns:p14="http://schemas.microsoft.com/office/powerpoint/2010/main" val="1547565755"/>
              </p:ext>
            </p:extLst>
          </p:nvPr>
        </p:nvGraphicFramePr>
        <p:xfrm>
          <a:off x="838200" y="2704013"/>
          <a:ext cx="10709365" cy="35400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7278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A4A2108-B1A7-B7E1-3608-AD77943AB433}"/>
              </a:ext>
            </a:extLst>
          </p:cNvPr>
          <p:cNvSpPr txBox="1"/>
          <p:nvPr/>
        </p:nvSpPr>
        <p:spPr>
          <a:xfrm>
            <a:off x="672302" y="1271569"/>
            <a:ext cx="2239612" cy="369332"/>
          </a:xfrm>
          <a:prstGeom prst="rect">
            <a:avLst/>
          </a:prstGeom>
          <a:solidFill>
            <a:schemeClr val="accent1">
              <a:lumMod val="60000"/>
              <a:lumOff val="40000"/>
            </a:schemeClr>
          </a:solidFill>
          <a:ln>
            <a:noFill/>
          </a:ln>
        </p:spPr>
        <p:txBody>
          <a:bodyPr wrap="square" rtlCol="0">
            <a:spAutoFit/>
          </a:bodyPr>
          <a:lstStyle/>
          <a:p>
            <a:r>
              <a:rPr lang="en-IN" dirty="0"/>
              <a:t>User Authentication</a:t>
            </a:r>
          </a:p>
        </p:txBody>
      </p:sp>
      <p:sp>
        <p:nvSpPr>
          <p:cNvPr id="25" name="TextBox 24">
            <a:extLst>
              <a:ext uri="{FF2B5EF4-FFF2-40B4-BE49-F238E27FC236}">
                <a16:creationId xmlns:a16="http://schemas.microsoft.com/office/drawing/2014/main" id="{F0768795-3EF4-83A5-30E2-10D869E12F41}"/>
              </a:ext>
            </a:extLst>
          </p:cNvPr>
          <p:cNvSpPr txBox="1"/>
          <p:nvPr/>
        </p:nvSpPr>
        <p:spPr>
          <a:xfrm>
            <a:off x="672302" y="2004249"/>
            <a:ext cx="2239612" cy="646331"/>
          </a:xfrm>
          <a:prstGeom prst="rect">
            <a:avLst/>
          </a:prstGeom>
          <a:solidFill>
            <a:schemeClr val="accent1">
              <a:lumMod val="60000"/>
              <a:lumOff val="40000"/>
            </a:schemeClr>
          </a:solidFill>
          <a:ln>
            <a:noFill/>
          </a:ln>
        </p:spPr>
        <p:txBody>
          <a:bodyPr wrap="square" rtlCol="0">
            <a:spAutoFit/>
          </a:bodyPr>
          <a:lstStyle/>
          <a:p>
            <a:r>
              <a:rPr lang="en-IN" dirty="0"/>
              <a:t>AI Symptom Checker</a:t>
            </a:r>
          </a:p>
        </p:txBody>
      </p:sp>
      <p:sp>
        <p:nvSpPr>
          <p:cNvPr id="26" name="TextBox 25">
            <a:extLst>
              <a:ext uri="{FF2B5EF4-FFF2-40B4-BE49-F238E27FC236}">
                <a16:creationId xmlns:a16="http://schemas.microsoft.com/office/drawing/2014/main" id="{6A878481-8E15-C3D9-CE54-D5AC818CC56D}"/>
              </a:ext>
            </a:extLst>
          </p:cNvPr>
          <p:cNvSpPr txBox="1"/>
          <p:nvPr/>
        </p:nvSpPr>
        <p:spPr>
          <a:xfrm>
            <a:off x="672301" y="2774441"/>
            <a:ext cx="2612153" cy="646331"/>
          </a:xfrm>
          <a:prstGeom prst="rect">
            <a:avLst/>
          </a:prstGeom>
          <a:solidFill>
            <a:schemeClr val="accent1">
              <a:lumMod val="60000"/>
              <a:lumOff val="40000"/>
            </a:schemeClr>
          </a:solidFill>
          <a:ln>
            <a:noFill/>
          </a:ln>
        </p:spPr>
        <p:txBody>
          <a:bodyPr wrap="square" rtlCol="0">
            <a:spAutoFit/>
          </a:bodyPr>
          <a:lstStyle/>
          <a:p>
            <a:r>
              <a:rPr lang="en-IN" dirty="0"/>
              <a:t>SOS Emergency Checker</a:t>
            </a:r>
          </a:p>
        </p:txBody>
      </p:sp>
      <p:sp>
        <p:nvSpPr>
          <p:cNvPr id="27" name="TextBox 26">
            <a:extLst>
              <a:ext uri="{FF2B5EF4-FFF2-40B4-BE49-F238E27FC236}">
                <a16:creationId xmlns:a16="http://schemas.microsoft.com/office/drawing/2014/main" id="{342D5435-4827-8B9A-4985-43E659200BDB}"/>
              </a:ext>
            </a:extLst>
          </p:cNvPr>
          <p:cNvSpPr txBox="1"/>
          <p:nvPr/>
        </p:nvSpPr>
        <p:spPr>
          <a:xfrm>
            <a:off x="654214" y="3473359"/>
            <a:ext cx="2421515" cy="646331"/>
          </a:xfrm>
          <a:prstGeom prst="rect">
            <a:avLst/>
          </a:prstGeom>
          <a:solidFill>
            <a:schemeClr val="accent1">
              <a:lumMod val="60000"/>
              <a:lumOff val="40000"/>
            </a:schemeClr>
          </a:solidFill>
          <a:ln>
            <a:noFill/>
          </a:ln>
        </p:spPr>
        <p:txBody>
          <a:bodyPr wrap="square" rtlCol="0">
            <a:spAutoFit/>
          </a:bodyPr>
          <a:lstStyle/>
          <a:p>
            <a:r>
              <a:rPr lang="en-IN" dirty="0"/>
              <a:t>Consultation &amp; Update</a:t>
            </a:r>
          </a:p>
        </p:txBody>
      </p:sp>
      <p:sp>
        <p:nvSpPr>
          <p:cNvPr id="28" name="TextBox 27">
            <a:extLst>
              <a:ext uri="{FF2B5EF4-FFF2-40B4-BE49-F238E27FC236}">
                <a16:creationId xmlns:a16="http://schemas.microsoft.com/office/drawing/2014/main" id="{4DF46C7F-5B11-2890-1571-8E7320E4A5ED}"/>
              </a:ext>
            </a:extLst>
          </p:cNvPr>
          <p:cNvSpPr txBox="1"/>
          <p:nvPr/>
        </p:nvSpPr>
        <p:spPr>
          <a:xfrm>
            <a:off x="691077" y="4263532"/>
            <a:ext cx="3007478" cy="646331"/>
          </a:xfrm>
          <a:prstGeom prst="rect">
            <a:avLst/>
          </a:prstGeom>
          <a:solidFill>
            <a:schemeClr val="accent1">
              <a:lumMod val="60000"/>
              <a:lumOff val="40000"/>
            </a:schemeClr>
          </a:solidFill>
          <a:ln>
            <a:noFill/>
          </a:ln>
        </p:spPr>
        <p:txBody>
          <a:bodyPr wrap="square" rtlCol="0">
            <a:spAutoFit/>
          </a:bodyPr>
          <a:lstStyle/>
          <a:p>
            <a:r>
              <a:rPr lang="en-IN" dirty="0"/>
              <a:t>Real Time –Location Tracking</a:t>
            </a:r>
          </a:p>
        </p:txBody>
      </p:sp>
      <p:sp>
        <p:nvSpPr>
          <p:cNvPr id="29" name="TextBox 28">
            <a:extLst>
              <a:ext uri="{FF2B5EF4-FFF2-40B4-BE49-F238E27FC236}">
                <a16:creationId xmlns:a16="http://schemas.microsoft.com/office/drawing/2014/main" id="{4B452448-F6FF-4A9E-F225-34E94E876449}"/>
              </a:ext>
            </a:extLst>
          </p:cNvPr>
          <p:cNvSpPr txBox="1"/>
          <p:nvPr/>
        </p:nvSpPr>
        <p:spPr>
          <a:xfrm>
            <a:off x="711446" y="5051509"/>
            <a:ext cx="3319765" cy="646331"/>
          </a:xfrm>
          <a:prstGeom prst="rect">
            <a:avLst/>
          </a:prstGeom>
          <a:solidFill>
            <a:schemeClr val="accent1">
              <a:lumMod val="60000"/>
              <a:lumOff val="40000"/>
            </a:schemeClr>
          </a:solidFill>
          <a:ln>
            <a:noFill/>
          </a:ln>
        </p:spPr>
        <p:txBody>
          <a:bodyPr wrap="square" rtlCol="0">
            <a:spAutoFit/>
          </a:bodyPr>
          <a:lstStyle/>
          <a:p>
            <a:r>
              <a:rPr lang="en-IN" dirty="0"/>
              <a:t>Nearest Clinic &amp; Pharmacy Alert</a:t>
            </a:r>
          </a:p>
        </p:txBody>
      </p:sp>
      <p:sp>
        <p:nvSpPr>
          <p:cNvPr id="32" name="TextBox 31">
            <a:extLst>
              <a:ext uri="{FF2B5EF4-FFF2-40B4-BE49-F238E27FC236}">
                <a16:creationId xmlns:a16="http://schemas.microsoft.com/office/drawing/2014/main" id="{4FE79E4E-18E9-8145-85E8-45CEE1FF80E6}"/>
              </a:ext>
            </a:extLst>
          </p:cNvPr>
          <p:cNvSpPr txBox="1"/>
          <p:nvPr/>
        </p:nvSpPr>
        <p:spPr>
          <a:xfrm>
            <a:off x="4927474" y="5429111"/>
            <a:ext cx="2440186" cy="646331"/>
          </a:xfrm>
          <a:prstGeom prst="rect">
            <a:avLst/>
          </a:prstGeom>
          <a:solidFill>
            <a:schemeClr val="accent1">
              <a:lumMod val="60000"/>
              <a:lumOff val="40000"/>
            </a:schemeClr>
          </a:solidFill>
          <a:ln>
            <a:noFill/>
          </a:ln>
        </p:spPr>
        <p:txBody>
          <a:bodyPr wrap="square" rtlCol="0">
            <a:spAutoFit/>
          </a:bodyPr>
          <a:lstStyle/>
          <a:p>
            <a:r>
              <a:rPr lang="en-IN" dirty="0"/>
              <a:t>Analytics  Data Storage</a:t>
            </a:r>
          </a:p>
        </p:txBody>
      </p:sp>
      <p:cxnSp>
        <p:nvCxnSpPr>
          <p:cNvPr id="34" name="Straight Arrow Connector 33">
            <a:extLst>
              <a:ext uri="{FF2B5EF4-FFF2-40B4-BE49-F238E27FC236}">
                <a16:creationId xmlns:a16="http://schemas.microsoft.com/office/drawing/2014/main" id="{1B85DC29-9BDA-9611-C012-4CB81C4787E0}"/>
              </a:ext>
            </a:extLst>
          </p:cNvPr>
          <p:cNvCxnSpPr>
            <a:cxnSpLocks/>
            <a:stCxn id="21" idx="2"/>
            <a:endCxn id="25" idx="0"/>
          </p:cNvCxnSpPr>
          <p:nvPr/>
        </p:nvCxnSpPr>
        <p:spPr>
          <a:xfrm>
            <a:off x="1792108" y="1640901"/>
            <a:ext cx="0" cy="363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2EB0B19-FED9-3EC9-828E-19D4C0EC22F8}"/>
              </a:ext>
            </a:extLst>
          </p:cNvPr>
          <p:cNvCxnSpPr>
            <a:cxnSpLocks/>
            <a:stCxn id="25" idx="2"/>
          </p:cNvCxnSpPr>
          <p:nvPr/>
        </p:nvCxnSpPr>
        <p:spPr>
          <a:xfrm>
            <a:off x="1792108" y="2650580"/>
            <a:ext cx="14637" cy="1238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71EF51B5-FBFA-6BA8-8181-847F68671671}"/>
              </a:ext>
            </a:extLst>
          </p:cNvPr>
          <p:cNvSpPr txBox="1"/>
          <p:nvPr/>
        </p:nvSpPr>
        <p:spPr>
          <a:xfrm>
            <a:off x="3807316" y="2418935"/>
            <a:ext cx="4269398" cy="523220"/>
          </a:xfrm>
          <a:prstGeom prst="rect">
            <a:avLst/>
          </a:prstGeom>
          <a:solidFill>
            <a:schemeClr val="accent1">
              <a:lumMod val="60000"/>
              <a:lumOff val="40000"/>
            </a:schemeClr>
          </a:solidFill>
          <a:ln>
            <a:noFill/>
          </a:ln>
        </p:spPr>
        <p:txBody>
          <a:bodyPr wrap="square" rtlCol="0">
            <a:spAutoFit/>
          </a:bodyPr>
          <a:lstStyle/>
          <a:p>
            <a:r>
              <a:rPr lang="en-IN" sz="2800" b="1" dirty="0"/>
              <a:t>Role – Based Dashboard</a:t>
            </a:r>
          </a:p>
        </p:txBody>
      </p:sp>
      <p:cxnSp>
        <p:nvCxnSpPr>
          <p:cNvPr id="66" name="Straight Arrow Connector 65">
            <a:extLst>
              <a:ext uri="{FF2B5EF4-FFF2-40B4-BE49-F238E27FC236}">
                <a16:creationId xmlns:a16="http://schemas.microsoft.com/office/drawing/2014/main" id="{561F4194-741B-A824-FC7B-534F219F6875}"/>
              </a:ext>
            </a:extLst>
          </p:cNvPr>
          <p:cNvCxnSpPr>
            <a:cxnSpLocks/>
            <a:stCxn id="21" idx="3"/>
            <a:endCxn id="65" idx="1"/>
          </p:cNvCxnSpPr>
          <p:nvPr/>
        </p:nvCxnSpPr>
        <p:spPr>
          <a:xfrm>
            <a:off x="2911914" y="1456235"/>
            <a:ext cx="895402" cy="12243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Rectangle 69">
            <a:extLst>
              <a:ext uri="{FF2B5EF4-FFF2-40B4-BE49-F238E27FC236}">
                <a16:creationId xmlns:a16="http://schemas.microsoft.com/office/drawing/2014/main" id="{19F0F216-356D-DBCE-7C96-FAFAA718AB72}"/>
              </a:ext>
            </a:extLst>
          </p:cNvPr>
          <p:cNvSpPr/>
          <p:nvPr/>
        </p:nvSpPr>
        <p:spPr>
          <a:xfrm>
            <a:off x="9230947" y="1254814"/>
            <a:ext cx="1824900" cy="781037"/>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Patient Role</a:t>
            </a:r>
          </a:p>
        </p:txBody>
      </p:sp>
      <p:sp>
        <p:nvSpPr>
          <p:cNvPr id="71" name="Rectangle 70">
            <a:extLst>
              <a:ext uri="{FF2B5EF4-FFF2-40B4-BE49-F238E27FC236}">
                <a16:creationId xmlns:a16="http://schemas.microsoft.com/office/drawing/2014/main" id="{AFEB5FBD-2141-2180-9D76-738692D26CC9}"/>
              </a:ext>
            </a:extLst>
          </p:cNvPr>
          <p:cNvSpPr/>
          <p:nvPr/>
        </p:nvSpPr>
        <p:spPr>
          <a:xfrm>
            <a:off x="9396398" y="2302882"/>
            <a:ext cx="1603681" cy="668404"/>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Doctor Role</a:t>
            </a:r>
          </a:p>
        </p:txBody>
      </p:sp>
      <p:sp>
        <p:nvSpPr>
          <p:cNvPr id="72" name="Rectangle 71">
            <a:extLst>
              <a:ext uri="{FF2B5EF4-FFF2-40B4-BE49-F238E27FC236}">
                <a16:creationId xmlns:a16="http://schemas.microsoft.com/office/drawing/2014/main" id="{5EE51C0F-A05A-7B0E-4B69-823AC50ED38A}"/>
              </a:ext>
            </a:extLst>
          </p:cNvPr>
          <p:cNvSpPr/>
          <p:nvPr/>
        </p:nvSpPr>
        <p:spPr>
          <a:xfrm>
            <a:off x="8819036" y="3280603"/>
            <a:ext cx="2173592" cy="8310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Admin Role</a:t>
            </a:r>
          </a:p>
        </p:txBody>
      </p:sp>
      <p:cxnSp>
        <p:nvCxnSpPr>
          <p:cNvPr id="73" name="Straight Arrow Connector 72">
            <a:extLst>
              <a:ext uri="{FF2B5EF4-FFF2-40B4-BE49-F238E27FC236}">
                <a16:creationId xmlns:a16="http://schemas.microsoft.com/office/drawing/2014/main" id="{F68D70A4-321F-D62D-F741-920585F08D17}"/>
              </a:ext>
            </a:extLst>
          </p:cNvPr>
          <p:cNvCxnSpPr>
            <a:cxnSpLocks/>
            <a:stCxn id="65" idx="3"/>
            <a:endCxn id="70" idx="1"/>
          </p:cNvCxnSpPr>
          <p:nvPr/>
        </p:nvCxnSpPr>
        <p:spPr>
          <a:xfrm flipV="1">
            <a:off x="8076714" y="1645333"/>
            <a:ext cx="1154233" cy="10352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1F172FA6-9FD7-700C-064D-BE20655171E3}"/>
              </a:ext>
            </a:extLst>
          </p:cNvPr>
          <p:cNvCxnSpPr>
            <a:cxnSpLocks/>
            <a:stCxn id="65" idx="3"/>
            <a:endCxn id="71" idx="1"/>
          </p:cNvCxnSpPr>
          <p:nvPr/>
        </p:nvCxnSpPr>
        <p:spPr>
          <a:xfrm flipV="1">
            <a:off x="8076714" y="2637084"/>
            <a:ext cx="1319684" cy="434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2A3ED32C-59EA-733C-2BBF-89398E298B9C}"/>
              </a:ext>
            </a:extLst>
          </p:cNvPr>
          <p:cNvCxnSpPr>
            <a:cxnSpLocks/>
            <a:stCxn id="65" idx="3"/>
            <a:endCxn id="72" idx="0"/>
          </p:cNvCxnSpPr>
          <p:nvPr/>
        </p:nvCxnSpPr>
        <p:spPr>
          <a:xfrm>
            <a:off x="8076714" y="2680545"/>
            <a:ext cx="1829118" cy="6000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29194FDA-DCBC-2FA1-0627-FF10B2C2AF32}"/>
              </a:ext>
            </a:extLst>
          </p:cNvPr>
          <p:cNvSpPr txBox="1"/>
          <p:nvPr/>
        </p:nvSpPr>
        <p:spPr>
          <a:xfrm>
            <a:off x="4672779" y="623275"/>
            <a:ext cx="2694877" cy="707886"/>
          </a:xfrm>
          <a:prstGeom prst="rect">
            <a:avLst/>
          </a:prstGeom>
          <a:noFill/>
        </p:spPr>
        <p:txBody>
          <a:bodyPr wrap="square" rtlCol="0">
            <a:spAutoFit/>
          </a:bodyPr>
          <a:lstStyle/>
          <a:p>
            <a:r>
              <a:rPr lang="en-IN" sz="4000" b="1" dirty="0">
                <a:effectLst>
                  <a:outerShdw blurRad="38100" dist="38100" dir="2700000" algn="tl">
                    <a:srgbClr val="000000">
                      <a:alpha val="43137"/>
                    </a:srgbClr>
                  </a:outerShdw>
                </a:effectLst>
                <a:latin typeface="Bahnschrift" panose="020B0502040204020203" pitchFamily="34" charset="0"/>
              </a:rPr>
              <a:t>Work-Flow</a:t>
            </a:r>
          </a:p>
        </p:txBody>
      </p:sp>
      <p:cxnSp>
        <p:nvCxnSpPr>
          <p:cNvPr id="33" name="Connector: Elbow 32">
            <a:extLst>
              <a:ext uri="{FF2B5EF4-FFF2-40B4-BE49-F238E27FC236}">
                <a16:creationId xmlns:a16="http://schemas.microsoft.com/office/drawing/2014/main" id="{C2A47477-6CB6-7BFE-EE9B-C58D48BE67C4}"/>
              </a:ext>
            </a:extLst>
          </p:cNvPr>
          <p:cNvCxnSpPr>
            <a:cxnSpLocks/>
            <a:stCxn id="29" idx="2"/>
            <a:endCxn id="32" idx="1"/>
          </p:cNvCxnSpPr>
          <p:nvPr/>
        </p:nvCxnSpPr>
        <p:spPr>
          <a:xfrm rot="16200000" flipH="1">
            <a:off x="3622183" y="4446985"/>
            <a:ext cx="54437" cy="255614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38636424-DA5F-DC12-1A69-791E1E818DCC}"/>
              </a:ext>
            </a:extLst>
          </p:cNvPr>
          <p:cNvCxnSpPr>
            <a:cxnSpLocks/>
          </p:cNvCxnSpPr>
          <p:nvPr/>
        </p:nvCxnSpPr>
        <p:spPr>
          <a:xfrm>
            <a:off x="1806745" y="3138087"/>
            <a:ext cx="0" cy="3601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1C80F7E6-74AB-33A1-8EC3-C994206C867A}"/>
              </a:ext>
            </a:extLst>
          </p:cNvPr>
          <p:cNvCxnSpPr>
            <a:cxnSpLocks/>
          </p:cNvCxnSpPr>
          <p:nvPr/>
        </p:nvCxnSpPr>
        <p:spPr>
          <a:xfrm>
            <a:off x="1806743" y="3851583"/>
            <a:ext cx="0" cy="3601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D1F18A91-B53E-4B8D-E61C-9B2C713EE9C3}"/>
              </a:ext>
            </a:extLst>
          </p:cNvPr>
          <p:cNvCxnSpPr>
            <a:cxnSpLocks/>
            <a:stCxn id="28" idx="2"/>
          </p:cNvCxnSpPr>
          <p:nvPr/>
        </p:nvCxnSpPr>
        <p:spPr>
          <a:xfrm>
            <a:off x="2194816" y="4909863"/>
            <a:ext cx="19659" cy="1878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F05459FD-9F8B-F630-58FF-D71A4A752F38}"/>
              </a:ext>
            </a:extLst>
          </p:cNvPr>
          <p:cNvSpPr txBox="1"/>
          <p:nvPr/>
        </p:nvSpPr>
        <p:spPr>
          <a:xfrm>
            <a:off x="4545003" y="1513879"/>
            <a:ext cx="2802417" cy="400110"/>
          </a:xfrm>
          <a:prstGeom prst="rect">
            <a:avLst/>
          </a:prstGeom>
          <a:solidFill>
            <a:schemeClr val="accent1">
              <a:lumMod val="60000"/>
              <a:lumOff val="40000"/>
            </a:schemeClr>
          </a:solidFill>
          <a:ln>
            <a:noFill/>
          </a:ln>
        </p:spPr>
        <p:txBody>
          <a:bodyPr wrap="square" rtlCol="0">
            <a:spAutoFit/>
          </a:bodyPr>
          <a:lstStyle/>
          <a:p>
            <a:pPr algn="ctr"/>
            <a:r>
              <a:rPr lang="en-IN" sz="2000" b="1" dirty="0">
                <a:solidFill>
                  <a:schemeClr val="bg1"/>
                </a:solidFill>
              </a:rPr>
              <a:t>AI Symptom Checker</a:t>
            </a:r>
          </a:p>
        </p:txBody>
      </p:sp>
      <p:sp>
        <p:nvSpPr>
          <p:cNvPr id="87" name="TextBox 86">
            <a:extLst>
              <a:ext uri="{FF2B5EF4-FFF2-40B4-BE49-F238E27FC236}">
                <a16:creationId xmlns:a16="http://schemas.microsoft.com/office/drawing/2014/main" id="{98A6B72E-3AEF-75AA-D635-79337368A43E}"/>
              </a:ext>
            </a:extLst>
          </p:cNvPr>
          <p:cNvSpPr txBox="1"/>
          <p:nvPr/>
        </p:nvSpPr>
        <p:spPr>
          <a:xfrm>
            <a:off x="4826953" y="3318171"/>
            <a:ext cx="2207268" cy="646331"/>
          </a:xfrm>
          <a:prstGeom prst="rect">
            <a:avLst/>
          </a:prstGeom>
          <a:solidFill>
            <a:schemeClr val="accent1">
              <a:lumMod val="60000"/>
              <a:lumOff val="40000"/>
            </a:schemeClr>
          </a:solidFill>
          <a:ln>
            <a:noFill/>
          </a:ln>
        </p:spPr>
        <p:txBody>
          <a:bodyPr wrap="square" rtlCol="0">
            <a:spAutoFit/>
          </a:bodyPr>
          <a:lstStyle/>
          <a:p>
            <a:pPr algn="ctr"/>
            <a:r>
              <a:rPr lang="en-IN" b="1" dirty="0">
                <a:solidFill>
                  <a:schemeClr val="bg1"/>
                </a:solidFill>
              </a:rPr>
              <a:t>Clinic &amp; Pharmacy Notification</a:t>
            </a:r>
          </a:p>
        </p:txBody>
      </p:sp>
      <p:cxnSp>
        <p:nvCxnSpPr>
          <p:cNvPr id="88" name="Straight Arrow Connector 87">
            <a:extLst>
              <a:ext uri="{FF2B5EF4-FFF2-40B4-BE49-F238E27FC236}">
                <a16:creationId xmlns:a16="http://schemas.microsoft.com/office/drawing/2014/main" id="{5383026E-C3FF-89F0-B82E-2DC810C71516}"/>
              </a:ext>
            </a:extLst>
          </p:cNvPr>
          <p:cNvCxnSpPr>
            <a:cxnSpLocks/>
            <a:stCxn id="67" idx="2"/>
            <a:endCxn id="65" idx="0"/>
          </p:cNvCxnSpPr>
          <p:nvPr/>
        </p:nvCxnSpPr>
        <p:spPr>
          <a:xfrm flipH="1">
            <a:off x="5942015" y="1913989"/>
            <a:ext cx="4197" cy="5049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922A4266-4DF7-ACBA-A557-EEDA026D22BB}"/>
              </a:ext>
            </a:extLst>
          </p:cNvPr>
          <p:cNvCxnSpPr>
            <a:cxnSpLocks/>
          </p:cNvCxnSpPr>
          <p:nvPr/>
        </p:nvCxnSpPr>
        <p:spPr>
          <a:xfrm>
            <a:off x="5942015" y="2974736"/>
            <a:ext cx="0" cy="3601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5" name="Rectangle 94">
            <a:extLst>
              <a:ext uri="{FF2B5EF4-FFF2-40B4-BE49-F238E27FC236}">
                <a16:creationId xmlns:a16="http://schemas.microsoft.com/office/drawing/2014/main" id="{BE16B30E-C8AE-69B8-E571-6E0FDB375FE8}"/>
              </a:ext>
            </a:extLst>
          </p:cNvPr>
          <p:cNvSpPr/>
          <p:nvPr/>
        </p:nvSpPr>
        <p:spPr>
          <a:xfrm>
            <a:off x="7630808" y="4523295"/>
            <a:ext cx="2173592" cy="8310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t>Pharmacy Role</a:t>
            </a:r>
          </a:p>
        </p:txBody>
      </p:sp>
      <p:cxnSp>
        <p:nvCxnSpPr>
          <p:cNvPr id="96" name="Connector: Elbow 95">
            <a:extLst>
              <a:ext uri="{FF2B5EF4-FFF2-40B4-BE49-F238E27FC236}">
                <a16:creationId xmlns:a16="http://schemas.microsoft.com/office/drawing/2014/main" id="{158A07B5-C4FB-FD23-AC7B-3C47074D9706}"/>
              </a:ext>
            </a:extLst>
          </p:cNvPr>
          <p:cNvCxnSpPr>
            <a:cxnSpLocks/>
            <a:stCxn id="32" idx="0"/>
            <a:endCxn id="95" idx="1"/>
          </p:cNvCxnSpPr>
          <p:nvPr/>
        </p:nvCxnSpPr>
        <p:spPr>
          <a:xfrm rot="5400000" flipH="1" flipV="1">
            <a:off x="6644036" y="4442340"/>
            <a:ext cx="490303" cy="14832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5E118BA-D15B-EE24-7DEC-B5BDF8609812}"/>
              </a:ext>
            </a:extLst>
          </p:cNvPr>
          <p:cNvCxnSpPr>
            <a:cxnSpLocks/>
            <a:stCxn id="65" idx="3"/>
            <a:endCxn id="95" idx="0"/>
          </p:cNvCxnSpPr>
          <p:nvPr/>
        </p:nvCxnSpPr>
        <p:spPr>
          <a:xfrm>
            <a:off x="8076714" y="2680545"/>
            <a:ext cx="640890" cy="18427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3421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8CD7A-249C-5E76-F0C9-7F4C85B1C7CB}"/>
              </a:ext>
            </a:extLst>
          </p:cNvPr>
          <p:cNvSpPr>
            <a:spLocks noGrp="1"/>
          </p:cNvSpPr>
          <p:nvPr>
            <p:ph type="title"/>
          </p:nvPr>
        </p:nvSpPr>
        <p:spPr>
          <a:xfrm>
            <a:off x="838200" y="346869"/>
            <a:ext cx="10515600" cy="1325563"/>
          </a:xfrm>
        </p:spPr>
        <p:txBody>
          <a:bodyPr>
            <a:normAutofit/>
          </a:bodyPr>
          <a:lstStyle/>
          <a:p>
            <a:r>
              <a:rPr lang="en-IN" sz="4800" b="1" dirty="0">
                <a:effectLst>
                  <a:outerShdw blurRad="38100" dist="38100" dir="2700000" algn="tl">
                    <a:srgbClr val="000000">
                      <a:alpha val="43137"/>
                    </a:srgbClr>
                  </a:outerShdw>
                </a:effectLst>
                <a:latin typeface="Bahnschrift" panose="020B0502040204020203" pitchFamily="34" charset="0"/>
              </a:rPr>
              <a:t>Technology Stack</a:t>
            </a:r>
          </a:p>
        </p:txBody>
      </p:sp>
      <p:pic>
        <p:nvPicPr>
          <p:cNvPr id="4" name="Graphic 3" descr="Computer">
            <a:extLst>
              <a:ext uri="{FF2B5EF4-FFF2-40B4-BE49-F238E27FC236}">
                <a16:creationId xmlns:a16="http://schemas.microsoft.com/office/drawing/2014/main" id="{E7F541CC-D5C8-9B17-74EC-6A592DB31D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08345" y="383381"/>
            <a:ext cx="1289051" cy="1289051"/>
          </a:xfrm>
          <a:prstGeom prst="rect">
            <a:avLst/>
          </a:prstGeom>
        </p:spPr>
      </p:pic>
      <p:sp>
        <p:nvSpPr>
          <p:cNvPr id="5" name="Rectangle 4">
            <a:extLst>
              <a:ext uri="{FF2B5EF4-FFF2-40B4-BE49-F238E27FC236}">
                <a16:creationId xmlns:a16="http://schemas.microsoft.com/office/drawing/2014/main" id="{724A4B5E-1EA4-9DFE-8BD3-AEB2DD865D94}"/>
              </a:ext>
            </a:extLst>
          </p:cNvPr>
          <p:cNvSpPr/>
          <p:nvPr/>
        </p:nvSpPr>
        <p:spPr>
          <a:xfrm>
            <a:off x="0" y="1469232"/>
            <a:ext cx="11236960" cy="2032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B3D433AA-9960-4804-4410-24851F27F3D4}"/>
              </a:ext>
            </a:extLst>
          </p:cNvPr>
          <p:cNvSpPr txBox="1"/>
          <p:nvPr/>
        </p:nvSpPr>
        <p:spPr>
          <a:xfrm>
            <a:off x="111760" y="3254693"/>
            <a:ext cx="2026902" cy="369332"/>
          </a:xfrm>
          <a:prstGeom prst="rect">
            <a:avLst/>
          </a:prstGeom>
          <a:solidFill>
            <a:schemeClr val="accent1">
              <a:lumMod val="60000"/>
              <a:lumOff val="40000"/>
            </a:schemeClr>
          </a:solidFill>
        </p:spPr>
        <p:txBody>
          <a:bodyPr wrap="none" rtlCol="0">
            <a:spAutoFit/>
          </a:bodyPr>
          <a:lstStyle/>
          <a:p>
            <a:r>
              <a:rPr lang="en-IN" dirty="0"/>
              <a:t>Presentation layer </a:t>
            </a:r>
          </a:p>
        </p:txBody>
      </p:sp>
      <p:sp>
        <p:nvSpPr>
          <p:cNvPr id="21" name="TextBox 20">
            <a:extLst>
              <a:ext uri="{FF2B5EF4-FFF2-40B4-BE49-F238E27FC236}">
                <a16:creationId xmlns:a16="http://schemas.microsoft.com/office/drawing/2014/main" id="{060B9D96-1525-FBAF-E798-DB042BEC8D06}"/>
              </a:ext>
            </a:extLst>
          </p:cNvPr>
          <p:cNvSpPr txBox="1"/>
          <p:nvPr/>
        </p:nvSpPr>
        <p:spPr>
          <a:xfrm>
            <a:off x="2182615" y="1846736"/>
            <a:ext cx="1895584" cy="369332"/>
          </a:xfrm>
          <a:prstGeom prst="rect">
            <a:avLst/>
          </a:prstGeom>
          <a:solidFill>
            <a:schemeClr val="accent1">
              <a:lumMod val="60000"/>
              <a:lumOff val="40000"/>
            </a:schemeClr>
          </a:solidFill>
        </p:spPr>
        <p:txBody>
          <a:bodyPr wrap="none" rtlCol="0">
            <a:spAutoFit/>
          </a:bodyPr>
          <a:lstStyle/>
          <a:p>
            <a:r>
              <a:rPr lang="en-IN" dirty="0"/>
              <a:t>Application layer </a:t>
            </a:r>
          </a:p>
        </p:txBody>
      </p:sp>
      <p:sp>
        <p:nvSpPr>
          <p:cNvPr id="22" name="TextBox 21">
            <a:extLst>
              <a:ext uri="{FF2B5EF4-FFF2-40B4-BE49-F238E27FC236}">
                <a16:creationId xmlns:a16="http://schemas.microsoft.com/office/drawing/2014/main" id="{E2986429-8B48-8C6B-F967-2B22F0290803}"/>
              </a:ext>
            </a:extLst>
          </p:cNvPr>
          <p:cNvSpPr txBox="1"/>
          <p:nvPr/>
        </p:nvSpPr>
        <p:spPr>
          <a:xfrm>
            <a:off x="5247640" y="2306548"/>
            <a:ext cx="1238544" cy="369332"/>
          </a:xfrm>
          <a:prstGeom prst="rect">
            <a:avLst/>
          </a:prstGeom>
          <a:solidFill>
            <a:schemeClr val="accent1">
              <a:lumMod val="60000"/>
              <a:lumOff val="40000"/>
            </a:schemeClr>
          </a:solidFill>
        </p:spPr>
        <p:txBody>
          <a:bodyPr wrap="none" rtlCol="0">
            <a:spAutoFit/>
          </a:bodyPr>
          <a:lstStyle/>
          <a:p>
            <a:pPr algn="just"/>
            <a:r>
              <a:rPr lang="en-IN" dirty="0"/>
              <a:t>Data layer </a:t>
            </a:r>
          </a:p>
        </p:txBody>
      </p:sp>
      <p:sp>
        <p:nvSpPr>
          <p:cNvPr id="23" name="TextBox 22">
            <a:extLst>
              <a:ext uri="{FF2B5EF4-FFF2-40B4-BE49-F238E27FC236}">
                <a16:creationId xmlns:a16="http://schemas.microsoft.com/office/drawing/2014/main" id="{BCB78280-B88D-9B3A-6587-8719EB3B59D6}"/>
              </a:ext>
            </a:extLst>
          </p:cNvPr>
          <p:cNvSpPr txBox="1"/>
          <p:nvPr/>
        </p:nvSpPr>
        <p:spPr>
          <a:xfrm>
            <a:off x="4595785" y="4261699"/>
            <a:ext cx="968855" cy="369332"/>
          </a:xfrm>
          <a:prstGeom prst="rect">
            <a:avLst/>
          </a:prstGeom>
          <a:solidFill>
            <a:schemeClr val="accent1">
              <a:lumMod val="60000"/>
              <a:lumOff val="40000"/>
            </a:schemeClr>
          </a:solidFill>
        </p:spPr>
        <p:txBody>
          <a:bodyPr wrap="none" rtlCol="0">
            <a:spAutoFit/>
          </a:bodyPr>
          <a:lstStyle/>
          <a:p>
            <a:pPr algn="just"/>
            <a:r>
              <a:rPr lang="en-IN" dirty="0"/>
              <a:t>AI Layer</a:t>
            </a:r>
          </a:p>
        </p:txBody>
      </p:sp>
      <p:sp>
        <p:nvSpPr>
          <p:cNvPr id="24" name="TextBox 23">
            <a:extLst>
              <a:ext uri="{FF2B5EF4-FFF2-40B4-BE49-F238E27FC236}">
                <a16:creationId xmlns:a16="http://schemas.microsoft.com/office/drawing/2014/main" id="{3E92DED0-E327-58DD-9B35-EA85F6CBB255}"/>
              </a:ext>
            </a:extLst>
          </p:cNvPr>
          <p:cNvSpPr txBox="1"/>
          <p:nvPr/>
        </p:nvSpPr>
        <p:spPr>
          <a:xfrm>
            <a:off x="8692041" y="2035888"/>
            <a:ext cx="2168158" cy="369332"/>
          </a:xfrm>
          <a:prstGeom prst="rect">
            <a:avLst/>
          </a:prstGeom>
          <a:solidFill>
            <a:schemeClr val="accent1">
              <a:lumMod val="60000"/>
              <a:lumOff val="40000"/>
            </a:schemeClr>
          </a:solidFill>
        </p:spPr>
        <p:txBody>
          <a:bodyPr wrap="none" rtlCol="0">
            <a:spAutoFit/>
          </a:bodyPr>
          <a:lstStyle/>
          <a:p>
            <a:r>
              <a:rPr lang="en-IN" dirty="0"/>
              <a:t>Infrastructure  layer </a:t>
            </a:r>
          </a:p>
        </p:txBody>
      </p:sp>
      <p:sp>
        <p:nvSpPr>
          <p:cNvPr id="25" name="TextBox 24">
            <a:extLst>
              <a:ext uri="{FF2B5EF4-FFF2-40B4-BE49-F238E27FC236}">
                <a16:creationId xmlns:a16="http://schemas.microsoft.com/office/drawing/2014/main" id="{B0072BF7-03B7-7A85-4735-B4BA087357BE}"/>
              </a:ext>
            </a:extLst>
          </p:cNvPr>
          <p:cNvSpPr txBox="1"/>
          <p:nvPr/>
        </p:nvSpPr>
        <p:spPr>
          <a:xfrm>
            <a:off x="8955399" y="4077033"/>
            <a:ext cx="2704587" cy="369332"/>
          </a:xfrm>
          <a:prstGeom prst="rect">
            <a:avLst/>
          </a:prstGeom>
          <a:solidFill>
            <a:schemeClr val="accent1">
              <a:lumMod val="60000"/>
              <a:lumOff val="40000"/>
            </a:schemeClr>
          </a:solidFill>
        </p:spPr>
        <p:txBody>
          <a:bodyPr wrap="none" rtlCol="0">
            <a:spAutoFit/>
          </a:bodyPr>
          <a:lstStyle/>
          <a:p>
            <a:r>
              <a:rPr lang="en-IN" dirty="0"/>
              <a:t>Security And Compliance</a:t>
            </a:r>
          </a:p>
        </p:txBody>
      </p:sp>
      <p:cxnSp>
        <p:nvCxnSpPr>
          <p:cNvPr id="29" name="Straight Arrow Connector 28">
            <a:extLst>
              <a:ext uri="{FF2B5EF4-FFF2-40B4-BE49-F238E27FC236}">
                <a16:creationId xmlns:a16="http://schemas.microsoft.com/office/drawing/2014/main" id="{BEDB02CD-2266-230B-F88C-76B171F740F2}"/>
              </a:ext>
            </a:extLst>
          </p:cNvPr>
          <p:cNvCxnSpPr>
            <a:cxnSpLocks/>
            <a:stCxn id="20" idx="0"/>
            <a:endCxn id="21" idx="1"/>
          </p:cNvCxnSpPr>
          <p:nvPr/>
        </p:nvCxnSpPr>
        <p:spPr>
          <a:xfrm flipV="1">
            <a:off x="1125211" y="2031402"/>
            <a:ext cx="1057404" cy="12232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A27828E-FBDC-998B-011A-13A423597AFA}"/>
              </a:ext>
            </a:extLst>
          </p:cNvPr>
          <p:cNvCxnSpPr>
            <a:cxnSpLocks/>
            <a:stCxn id="21" idx="3"/>
            <a:endCxn id="22" idx="1"/>
          </p:cNvCxnSpPr>
          <p:nvPr/>
        </p:nvCxnSpPr>
        <p:spPr>
          <a:xfrm>
            <a:off x="4078199" y="2031402"/>
            <a:ext cx="1169441" cy="4598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226B0DD7-5793-F613-A9B9-FE3163CC13E2}"/>
              </a:ext>
            </a:extLst>
          </p:cNvPr>
          <p:cNvSpPr txBox="1"/>
          <p:nvPr/>
        </p:nvSpPr>
        <p:spPr>
          <a:xfrm>
            <a:off x="33104" y="3688834"/>
            <a:ext cx="2704588" cy="1477328"/>
          </a:xfrm>
          <a:prstGeom prst="rect">
            <a:avLst/>
          </a:prstGeom>
          <a:noFill/>
        </p:spPr>
        <p:txBody>
          <a:bodyPr wrap="square">
            <a:spAutoFit/>
          </a:bodyPr>
          <a:lstStyle/>
          <a:p>
            <a:pPr marL="457200" indent="-457200" algn="just">
              <a:buFont typeface="+mj-lt"/>
              <a:buAutoNum type="arabicPeriod"/>
            </a:pPr>
            <a:r>
              <a:rPr lang="en-IN" dirty="0"/>
              <a:t>React</a:t>
            </a:r>
          </a:p>
          <a:p>
            <a:pPr marL="457200" indent="-457200" algn="just">
              <a:buFont typeface="+mj-lt"/>
              <a:buAutoNum type="arabicPeriod"/>
            </a:pPr>
            <a:r>
              <a:rPr lang="en-IN" dirty="0"/>
              <a:t>Real-time notifications</a:t>
            </a:r>
          </a:p>
          <a:p>
            <a:pPr marL="457200" indent="-457200" algn="just">
              <a:buFont typeface="+mj-lt"/>
              <a:buAutoNum type="arabicPeriod"/>
            </a:pPr>
            <a:r>
              <a:rPr lang="en-IN" dirty="0"/>
              <a:t>Live SOS tracking Ui</a:t>
            </a:r>
          </a:p>
          <a:p>
            <a:pPr marL="457200" indent="-457200" algn="just">
              <a:buFont typeface="+mj-lt"/>
              <a:buAutoNum type="arabicPeriod"/>
            </a:pPr>
            <a:r>
              <a:rPr lang="en-IN" dirty="0"/>
              <a:t>Ai Chat Interface</a:t>
            </a:r>
          </a:p>
        </p:txBody>
      </p:sp>
      <p:sp>
        <p:nvSpPr>
          <p:cNvPr id="40" name="TextBox 39">
            <a:extLst>
              <a:ext uri="{FF2B5EF4-FFF2-40B4-BE49-F238E27FC236}">
                <a16:creationId xmlns:a16="http://schemas.microsoft.com/office/drawing/2014/main" id="{7153667E-2E57-7B0D-EE01-0C56733984B8}"/>
              </a:ext>
            </a:extLst>
          </p:cNvPr>
          <p:cNvSpPr txBox="1"/>
          <p:nvPr/>
        </p:nvSpPr>
        <p:spPr>
          <a:xfrm>
            <a:off x="2178596" y="2280877"/>
            <a:ext cx="2026902" cy="1569660"/>
          </a:xfrm>
          <a:prstGeom prst="rect">
            <a:avLst/>
          </a:prstGeom>
          <a:noFill/>
        </p:spPr>
        <p:txBody>
          <a:bodyPr wrap="square">
            <a:spAutoFit/>
          </a:bodyPr>
          <a:lstStyle/>
          <a:p>
            <a:pPr marL="342900" indent="-342900" algn="just">
              <a:buFont typeface="+mj-lt"/>
              <a:buAutoNum type="arabicPeriod"/>
            </a:pPr>
            <a:r>
              <a:rPr lang="en-IN" sz="1600" dirty="0"/>
              <a:t>Node JS/Django</a:t>
            </a:r>
          </a:p>
          <a:p>
            <a:pPr marL="342900" indent="-342900" algn="just">
              <a:buFont typeface="+mj-lt"/>
              <a:buAutoNum type="arabicPeriod"/>
            </a:pPr>
            <a:r>
              <a:rPr lang="en-IN" sz="1600" dirty="0"/>
              <a:t>REST +Web-Sockets</a:t>
            </a:r>
          </a:p>
          <a:p>
            <a:pPr marL="342900" indent="-342900" algn="just">
              <a:buFont typeface="+mj-lt"/>
              <a:buAutoNum type="arabicPeriod"/>
            </a:pPr>
            <a:r>
              <a:rPr lang="en-IN" sz="1600" dirty="0"/>
              <a:t>AI inference engine integration</a:t>
            </a:r>
          </a:p>
        </p:txBody>
      </p:sp>
      <p:sp>
        <p:nvSpPr>
          <p:cNvPr id="48" name="TextBox 47">
            <a:extLst>
              <a:ext uri="{FF2B5EF4-FFF2-40B4-BE49-F238E27FC236}">
                <a16:creationId xmlns:a16="http://schemas.microsoft.com/office/drawing/2014/main" id="{45E7A385-EEA9-3245-4C3D-8E512E4439F3}"/>
              </a:ext>
            </a:extLst>
          </p:cNvPr>
          <p:cNvSpPr txBox="1"/>
          <p:nvPr/>
        </p:nvSpPr>
        <p:spPr>
          <a:xfrm>
            <a:off x="5247640" y="2728422"/>
            <a:ext cx="2631789" cy="1384995"/>
          </a:xfrm>
          <a:prstGeom prst="rect">
            <a:avLst/>
          </a:prstGeom>
          <a:noFill/>
        </p:spPr>
        <p:txBody>
          <a:bodyPr wrap="square">
            <a:spAutoFit/>
          </a:bodyPr>
          <a:lstStyle/>
          <a:p>
            <a:pPr marL="457200" indent="-457200" algn="just">
              <a:buFont typeface="+mj-lt"/>
              <a:buAutoNum type="arabicPeriod"/>
            </a:pPr>
            <a:r>
              <a:rPr lang="en-IN" sz="1400" dirty="0"/>
              <a:t>MySQL / Firebase</a:t>
            </a:r>
          </a:p>
          <a:p>
            <a:pPr marL="457200" indent="-457200" algn="just">
              <a:buFont typeface="+mj-lt"/>
              <a:buAutoNum type="arabicPeriod"/>
            </a:pPr>
            <a:r>
              <a:rPr lang="en-IN" sz="1400" dirty="0"/>
              <a:t>Real-time DB (Firebase optional)</a:t>
            </a:r>
          </a:p>
          <a:p>
            <a:pPr marL="457200" indent="-457200" algn="just">
              <a:buFont typeface="+mj-lt"/>
              <a:buAutoNum type="arabicPeriod"/>
            </a:pPr>
            <a:r>
              <a:rPr lang="en-IN" sz="1400" dirty="0"/>
              <a:t>Encrypted patient data</a:t>
            </a:r>
          </a:p>
          <a:p>
            <a:pPr marL="457200" indent="-457200" algn="just">
              <a:buFont typeface="+mj-lt"/>
              <a:buAutoNum type="arabicPeriod"/>
            </a:pPr>
            <a:r>
              <a:rPr lang="en-IN" sz="1400" dirty="0"/>
              <a:t>Model training dataset storage</a:t>
            </a:r>
          </a:p>
        </p:txBody>
      </p:sp>
      <p:sp>
        <p:nvSpPr>
          <p:cNvPr id="51" name="TextBox 50">
            <a:extLst>
              <a:ext uri="{FF2B5EF4-FFF2-40B4-BE49-F238E27FC236}">
                <a16:creationId xmlns:a16="http://schemas.microsoft.com/office/drawing/2014/main" id="{64EFCFF4-6188-E8DA-2352-EFBB925D7F4A}"/>
              </a:ext>
            </a:extLst>
          </p:cNvPr>
          <p:cNvSpPr txBox="1"/>
          <p:nvPr/>
        </p:nvSpPr>
        <p:spPr>
          <a:xfrm>
            <a:off x="8701245" y="2474739"/>
            <a:ext cx="2884153" cy="1569660"/>
          </a:xfrm>
          <a:prstGeom prst="rect">
            <a:avLst/>
          </a:prstGeom>
          <a:noFill/>
        </p:spPr>
        <p:txBody>
          <a:bodyPr wrap="square">
            <a:spAutoFit/>
          </a:bodyPr>
          <a:lstStyle/>
          <a:p>
            <a:pPr lvl="0" eaLnBrk="0" fontAlgn="base" hangingPunct="0">
              <a:spcBef>
                <a:spcPct val="0"/>
              </a:spcBef>
              <a:spcAft>
                <a:spcPct val="0"/>
              </a:spcAft>
              <a:buFontTx/>
              <a:buChar char="•"/>
            </a:pPr>
            <a:r>
              <a:rPr lang="en-US" altLang="en-US" sz="1600" dirty="0"/>
              <a:t> Docker containers</a:t>
            </a:r>
          </a:p>
          <a:p>
            <a:pPr lvl="0" eaLnBrk="0" fontAlgn="base" hangingPunct="0">
              <a:spcBef>
                <a:spcPct val="0"/>
              </a:spcBef>
              <a:spcAft>
                <a:spcPct val="0"/>
              </a:spcAft>
              <a:buFontTx/>
              <a:buChar char="•"/>
            </a:pPr>
            <a:r>
              <a:rPr lang="en-US" altLang="en-US" sz="1600" dirty="0"/>
              <a:t> Microservices deployment</a:t>
            </a:r>
          </a:p>
          <a:p>
            <a:pPr lvl="0" eaLnBrk="0" fontAlgn="base" hangingPunct="0">
              <a:spcBef>
                <a:spcPct val="0"/>
              </a:spcBef>
              <a:spcAft>
                <a:spcPct val="0"/>
              </a:spcAft>
              <a:buFontTx/>
              <a:buChar char="•"/>
            </a:pPr>
            <a:r>
              <a:rPr lang="en-US" altLang="en-US" sz="1600" dirty="0"/>
              <a:t> Possibly Kubernetes (if advanced)</a:t>
            </a:r>
          </a:p>
          <a:p>
            <a:pPr lvl="0" eaLnBrk="0" fontAlgn="base" hangingPunct="0">
              <a:spcBef>
                <a:spcPct val="0"/>
              </a:spcBef>
              <a:spcAft>
                <a:spcPct val="0"/>
              </a:spcAft>
              <a:buFontTx/>
              <a:buChar char="•"/>
            </a:pPr>
            <a:r>
              <a:rPr lang="en-US" altLang="en-US" sz="1600" dirty="0"/>
              <a:t> Load balancing for SOS spikes</a:t>
            </a:r>
          </a:p>
        </p:txBody>
      </p:sp>
      <p:sp>
        <p:nvSpPr>
          <p:cNvPr id="53" name="TextBox 52">
            <a:extLst>
              <a:ext uri="{FF2B5EF4-FFF2-40B4-BE49-F238E27FC236}">
                <a16:creationId xmlns:a16="http://schemas.microsoft.com/office/drawing/2014/main" id="{902AAF34-4AAA-D573-3BD7-26FE69A93975}"/>
              </a:ext>
            </a:extLst>
          </p:cNvPr>
          <p:cNvSpPr txBox="1"/>
          <p:nvPr/>
        </p:nvSpPr>
        <p:spPr>
          <a:xfrm>
            <a:off x="8955399" y="4506747"/>
            <a:ext cx="2796027" cy="1200329"/>
          </a:xfrm>
          <a:prstGeom prst="rect">
            <a:avLst/>
          </a:prstGeom>
          <a:noFill/>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t>JWT + OAuth</a:t>
            </a:r>
          </a:p>
          <a:p>
            <a:pPr marL="285750" lvl="0" indent="-285750" eaLnBrk="0" fontAlgn="base" hangingPunct="0">
              <a:spcBef>
                <a:spcPct val="0"/>
              </a:spcBef>
              <a:spcAft>
                <a:spcPct val="0"/>
              </a:spcAft>
              <a:buFont typeface="Arial" panose="020B0604020202020204" pitchFamily="34" charset="0"/>
              <a:buChar char="•"/>
            </a:pPr>
            <a:r>
              <a:rPr lang="en-US" altLang="en-US" dirty="0"/>
              <a:t>AES-256 encryption</a:t>
            </a:r>
          </a:p>
          <a:p>
            <a:pPr marL="285750" lvl="0" indent="-285750" eaLnBrk="0" fontAlgn="base" hangingPunct="0">
              <a:spcBef>
                <a:spcPct val="0"/>
              </a:spcBef>
              <a:spcAft>
                <a:spcPct val="0"/>
              </a:spcAft>
              <a:buFont typeface="Arial" panose="020B0604020202020204" pitchFamily="34" charset="0"/>
              <a:buChar char="•"/>
            </a:pPr>
            <a:r>
              <a:rPr lang="en-US" altLang="en-US" dirty="0"/>
              <a:t>Consent-based data sharing</a:t>
            </a:r>
          </a:p>
        </p:txBody>
      </p:sp>
      <p:cxnSp>
        <p:nvCxnSpPr>
          <p:cNvPr id="55" name="Straight Arrow Connector 54">
            <a:extLst>
              <a:ext uri="{FF2B5EF4-FFF2-40B4-BE49-F238E27FC236}">
                <a16:creationId xmlns:a16="http://schemas.microsoft.com/office/drawing/2014/main" id="{52FA31C5-5427-3EAC-5747-F043EBF9CC67}"/>
              </a:ext>
            </a:extLst>
          </p:cNvPr>
          <p:cNvCxnSpPr>
            <a:stCxn id="21" idx="3"/>
            <a:endCxn id="23" idx="1"/>
          </p:cNvCxnSpPr>
          <p:nvPr/>
        </p:nvCxnSpPr>
        <p:spPr>
          <a:xfrm>
            <a:off x="4078199" y="2031402"/>
            <a:ext cx="517586" cy="24149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D792D783-6BF4-00BE-7698-45A77381911C}"/>
              </a:ext>
            </a:extLst>
          </p:cNvPr>
          <p:cNvCxnSpPr>
            <a:cxnSpLocks/>
            <a:stCxn id="22" idx="3"/>
            <a:endCxn id="24" idx="1"/>
          </p:cNvCxnSpPr>
          <p:nvPr/>
        </p:nvCxnSpPr>
        <p:spPr>
          <a:xfrm flipV="1">
            <a:off x="6486184" y="2220554"/>
            <a:ext cx="2205857" cy="270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8F95CC9D-6560-8D83-555B-01366209BE29}"/>
              </a:ext>
            </a:extLst>
          </p:cNvPr>
          <p:cNvCxnSpPr>
            <a:cxnSpLocks/>
            <a:endCxn id="25" idx="1"/>
          </p:cNvCxnSpPr>
          <p:nvPr/>
        </p:nvCxnSpPr>
        <p:spPr>
          <a:xfrm>
            <a:off x="6495388" y="2474739"/>
            <a:ext cx="2460011" cy="17869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1" name="Rectangle 60">
            <a:extLst>
              <a:ext uri="{FF2B5EF4-FFF2-40B4-BE49-F238E27FC236}">
                <a16:creationId xmlns:a16="http://schemas.microsoft.com/office/drawing/2014/main" id="{43CF8DFF-1E3F-8385-5905-2119CCAFB356}"/>
              </a:ext>
            </a:extLst>
          </p:cNvPr>
          <p:cNvSpPr/>
          <p:nvPr/>
        </p:nvSpPr>
        <p:spPr>
          <a:xfrm rot="5400000">
            <a:off x="8642901" y="3332784"/>
            <a:ext cx="6898800" cy="233232"/>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EF839B7C-B8AB-60D6-F17B-A97E367561C8}"/>
              </a:ext>
            </a:extLst>
          </p:cNvPr>
          <p:cNvSpPr txBox="1"/>
          <p:nvPr/>
        </p:nvSpPr>
        <p:spPr>
          <a:xfrm>
            <a:off x="4569012" y="4673165"/>
            <a:ext cx="2796027" cy="1477328"/>
          </a:xfrm>
          <a:prstGeom prst="rect">
            <a:avLst/>
          </a:prstGeom>
          <a:noFill/>
        </p:spPr>
        <p:txBody>
          <a:bodyPr wrap="square">
            <a:spAutoFit/>
          </a:bodyPr>
          <a:lstStyle/>
          <a:p>
            <a:pPr marL="342900" indent="-342900" algn="just">
              <a:buFont typeface="+mj-lt"/>
              <a:buAutoNum type="arabicPeriod"/>
            </a:pPr>
            <a:r>
              <a:rPr lang="en-IN" dirty="0"/>
              <a:t>Symptom Classification Model</a:t>
            </a:r>
          </a:p>
          <a:p>
            <a:pPr marL="342900" indent="-342900" algn="just">
              <a:buFont typeface="+mj-lt"/>
              <a:buAutoNum type="arabicPeriod"/>
            </a:pPr>
            <a:r>
              <a:rPr lang="en-IN" dirty="0"/>
              <a:t>Risk Prediction Engine</a:t>
            </a:r>
          </a:p>
          <a:p>
            <a:pPr marL="342900" indent="-342900" algn="just">
              <a:buFont typeface="+mj-lt"/>
              <a:buAutoNum type="arabicPeriod"/>
            </a:pPr>
            <a:r>
              <a:rPr lang="en-IN" dirty="0"/>
              <a:t>Possibly TensorFlow/Py-torch</a:t>
            </a:r>
          </a:p>
        </p:txBody>
      </p:sp>
    </p:spTree>
    <p:extLst>
      <p:ext uri="{BB962C8B-B14F-4D97-AF65-F5344CB8AC3E}">
        <p14:creationId xmlns:p14="http://schemas.microsoft.com/office/powerpoint/2010/main" val="2382605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D2E0D-5779-02D9-FFC1-5BAEEFBD3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1BA9E-7A73-86F9-EED5-C94F9B33762A}"/>
              </a:ext>
            </a:extLst>
          </p:cNvPr>
          <p:cNvSpPr>
            <a:spLocks noGrp="1"/>
          </p:cNvSpPr>
          <p:nvPr>
            <p:ph type="title"/>
          </p:nvPr>
        </p:nvSpPr>
        <p:spPr>
          <a:xfrm>
            <a:off x="556189" y="131869"/>
            <a:ext cx="9969536" cy="580315"/>
          </a:xfrm>
        </p:spPr>
        <p:txBody>
          <a:bodyPr anchor="b">
            <a:normAutofit/>
          </a:bodyPr>
          <a:lstStyle/>
          <a:p>
            <a:r>
              <a:rPr lang="en-IN" sz="3200" b="1" dirty="0"/>
              <a:t>LITERATURE REVIEW –  Gurinder</a:t>
            </a:r>
          </a:p>
        </p:txBody>
      </p:sp>
      <p:graphicFrame>
        <p:nvGraphicFramePr>
          <p:cNvPr id="4" name="Content Placeholder 3">
            <a:extLst>
              <a:ext uri="{FF2B5EF4-FFF2-40B4-BE49-F238E27FC236}">
                <a16:creationId xmlns:a16="http://schemas.microsoft.com/office/drawing/2014/main" id="{45C90D56-0D21-BA07-63D7-81F364EDB8C7}"/>
              </a:ext>
            </a:extLst>
          </p:cNvPr>
          <p:cNvGraphicFramePr>
            <a:graphicFrameLocks noGrp="1"/>
          </p:cNvGraphicFramePr>
          <p:nvPr>
            <p:ph idx="1"/>
            <p:extLst>
              <p:ext uri="{D42A27DB-BD31-4B8C-83A1-F6EECF244321}">
                <p14:modId xmlns:p14="http://schemas.microsoft.com/office/powerpoint/2010/main" val="470954010"/>
              </p:ext>
            </p:extLst>
          </p:nvPr>
        </p:nvGraphicFramePr>
        <p:xfrm>
          <a:off x="540135" y="707920"/>
          <a:ext cx="11111729" cy="5889523"/>
        </p:xfrm>
        <a:graphic>
          <a:graphicData uri="http://schemas.openxmlformats.org/drawingml/2006/table">
            <a:tbl>
              <a:tblPr firstRow="1" bandRow="1">
                <a:tableStyleId>{5C22544A-7EE6-4342-B048-85BDC9FD1C3A}</a:tableStyleId>
              </a:tblPr>
              <a:tblGrid>
                <a:gridCol w="1496563">
                  <a:extLst>
                    <a:ext uri="{9D8B030D-6E8A-4147-A177-3AD203B41FA5}">
                      <a16:colId xmlns:a16="http://schemas.microsoft.com/office/drawing/2014/main" val="3029351234"/>
                    </a:ext>
                  </a:extLst>
                </a:gridCol>
                <a:gridCol w="9410062">
                  <a:extLst>
                    <a:ext uri="{9D8B030D-6E8A-4147-A177-3AD203B41FA5}">
                      <a16:colId xmlns:a16="http://schemas.microsoft.com/office/drawing/2014/main" val="704337426"/>
                    </a:ext>
                  </a:extLst>
                </a:gridCol>
                <a:gridCol w="205104">
                  <a:extLst>
                    <a:ext uri="{9D8B030D-6E8A-4147-A177-3AD203B41FA5}">
                      <a16:colId xmlns:a16="http://schemas.microsoft.com/office/drawing/2014/main" val="4163358804"/>
                    </a:ext>
                  </a:extLst>
                </a:gridCol>
              </a:tblGrid>
              <a:tr h="273272">
                <a:tc>
                  <a:txBody>
                    <a:bodyPr/>
                    <a:lstStyle/>
                    <a:p>
                      <a:pPr algn="just"/>
                      <a:r>
                        <a:rPr lang="en-IN" sz="1100"/>
                        <a:t>TITLE OF PAPER</a:t>
                      </a:r>
                      <a:endParaRPr lang="en-IN" sz="1100" dirty="0"/>
                    </a:p>
                  </a:txBody>
                  <a:tcPr marL="89852" marR="89852" marT="44926" marB="44926"/>
                </a:tc>
                <a:tc>
                  <a:txBody>
                    <a:bodyPr/>
                    <a:lstStyle/>
                    <a:p>
                      <a:pPr algn="just"/>
                      <a:r>
                        <a:rPr lang="en-IN" sz="1100"/>
                        <a:t>REFRENCE PAPER 1</a:t>
                      </a:r>
                      <a:endParaRPr lang="en-IN" sz="1100" dirty="0"/>
                    </a:p>
                  </a:txBody>
                  <a:tcPr marL="89852" marR="89852" marT="44926" marB="44926"/>
                </a:tc>
                <a:tc>
                  <a:txBody>
                    <a:bodyPr/>
                    <a:lstStyle/>
                    <a:p>
                      <a:pPr algn="just"/>
                      <a:endParaRPr lang="en-IN" sz="1100" dirty="0"/>
                    </a:p>
                  </a:txBody>
                  <a:tcPr marL="89852" marR="89852" marT="44926" marB="44926"/>
                </a:tc>
                <a:extLst>
                  <a:ext uri="{0D108BD9-81ED-4DB2-BD59-A6C34878D82A}">
                    <a16:rowId xmlns:a16="http://schemas.microsoft.com/office/drawing/2014/main" val="3809195919"/>
                  </a:ext>
                </a:extLst>
              </a:tr>
              <a:tr h="379204">
                <a:tc>
                  <a:txBody>
                    <a:bodyPr/>
                    <a:lstStyle/>
                    <a:p>
                      <a:pPr algn="just"/>
                      <a:r>
                        <a:rPr lang="en-IN" sz="1200" b="1" dirty="0"/>
                        <a:t>Title of Paper</a:t>
                      </a:r>
                    </a:p>
                  </a:txBody>
                  <a:tcPr marL="89852" marR="89852" marT="44926" marB="44926"/>
                </a:tc>
                <a:tc>
                  <a:txBody>
                    <a:bodyPr/>
                    <a:lstStyle/>
                    <a:p>
                      <a:pPr algn="just"/>
                      <a:r>
                        <a:rPr lang="en-US" sz="1100" dirty="0"/>
                        <a:t>Beyond Self-diagnosis: How a Chatbot-based Symptom Checker Should Respond</a:t>
                      </a:r>
                      <a:endParaRPr lang="en-IN" sz="1100" dirty="0"/>
                    </a:p>
                  </a:txBody>
                  <a:tcPr marL="89852" marR="89852" marT="44926" marB="44926"/>
                </a:tc>
                <a:tc>
                  <a:txBody>
                    <a:bodyPr/>
                    <a:lstStyle/>
                    <a:p>
                      <a:pPr algn="just"/>
                      <a:endParaRPr lang="en-IN" sz="1100" dirty="0"/>
                    </a:p>
                  </a:txBody>
                  <a:tcPr marL="89852" marR="89852" marT="44926" marB="44926"/>
                </a:tc>
                <a:extLst>
                  <a:ext uri="{0D108BD9-81ED-4DB2-BD59-A6C34878D82A}">
                    <a16:rowId xmlns:a16="http://schemas.microsoft.com/office/drawing/2014/main" val="324098785"/>
                  </a:ext>
                </a:extLst>
              </a:tr>
              <a:tr h="379204">
                <a:tc>
                  <a:txBody>
                    <a:bodyPr/>
                    <a:lstStyle/>
                    <a:p>
                      <a:pPr algn="just"/>
                      <a:r>
                        <a:rPr lang="en-IN" sz="1200" b="1" dirty="0"/>
                        <a:t>Featuring Journal</a:t>
                      </a:r>
                    </a:p>
                  </a:txBody>
                  <a:tcPr marL="89852" marR="89852" marT="44926" marB="44926"/>
                </a:tc>
                <a:tc>
                  <a:txBody>
                    <a:bodyPr/>
                    <a:lstStyle/>
                    <a:p>
                      <a:pPr algn="just"/>
                      <a:r>
                        <a:rPr lang="en-US" sz="1100" dirty="0"/>
                        <a:t>The paper was published in </a:t>
                      </a:r>
                      <a:r>
                        <a:rPr lang="en-US" sz="1100" b="1" dirty="0"/>
                        <a:t>ACM Transactions on Computer-Human Interaction (TOCHI)</a:t>
                      </a:r>
                      <a:endParaRPr lang="en-IN" sz="1100" dirty="0"/>
                    </a:p>
                  </a:txBody>
                  <a:tcPr marL="89852" marR="89852" marT="44926" marB="44926"/>
                </a:tc>
                <a:tc>
                  <a:txBody>
                    <a:bodyPr/>
                    <a:lstStyle/>
                    <a:p>
                      <a:pPr algn="just"/>
                      <a:endParaRPr lang="en-IN" sz="1100"/>
                    </a:p>
                  </a:txBody>
                  <a:tcPr marL="89852" marR="89852" marT="44926" marB="44926"/>
                </a:tc>
                <a:extLst>
                  <a:ext uri="{0D108BD9-81ED-4DB2-BD59-A6C34878D82A}">
                    <a16:rowId xmlns:a16="http://schemas.microsoft.com/office/drawing/2014/main" val="3314224096"/>
                  </a:ext>
                </a:extLst>
              </a:tr>
              <a:tr h="569354">
                <a:tc>
                  <a:txBody>
                    <a:bodyPr/>
                    <a:lstStyle/>
                    <a:p>
                      <a:pPr algn="just"/>
                      <a:r>
                        <a:rPr lang="en-IN" sz="1200" b="1" dirty="0"/>
                        <a:t>Year of publication</a:t>
                      </a:r>
                    </a:p>
                    <a:p>
                      <a:pPr algn="just"/>
                      <a:r>
                        <a:rPr lang="en-IN" sz="1200" b="1" dirty="0"/>
                        <a:t>Authors</a:t>
                      </a:r>
                    </a:p>
                  </a:txBody>
                  <a:tcPr marL="89852" marR="89852" marT="44926" marB="44926"/>
                </a:tc>
                <a:tc>
                  <a:txBody>
                    <a:bodyPr/>
                    <a:lstStyle/>
                    <a:p>
                      <a:pPr algn="just"/>
                      <a:r>
                        <a:rPr lang="en-IN" sz="1100" dirty="0"/>
                        <a:t>2023 Yue </a:t>
                      </a:r>
                      <a:r>
                        <a:rPr lang="en-IN" sz="1100" dirty="0" err="1"/>
                        <a:t>You,Chun</a:t>
                      </a:r>
                      <a:r>
                        <a:rPr lang="en-IN" sz="1100" dirty="0"/>
                        <a:t>-Hua </a:t>
                      </a:r>
                      <a:r>
                        <a:rPr lang="en-IN" sz="1100" dirty="0" err="1"/>
                        <a:t>Tsai,Yao</a:t>
                      </a:r>
                      <a:r>
                        <a:rPr lang="en-IN" sz="1100" dirty="0"/>
                        <a:t> </a:t>
                      </a:r>
                      <a:r>
                        <a:rPr lang="en-IN" sz="1100" dirty="0" err="1"/>
                        <a:t>Li,Fenglong</a:t>
                      </a:r>
                      <a:r>
                        <a:rPr lang="en-IN" sz="1100" dirty="0"/>
                        <a:t> </a:t>
                      </a:r>
                      <a:r>
                        <a:rPr lang="en-IN" sz="1100" dirty="0" err="1"/>
                        <a:t>Ma,Christopher</a:t>
                      </a:r>
                      <a:r>
                        <a:rPr lang="en-IN" sz="1100" dirty="0"/>
                        <a:t> </a:t>
                      </a:r>
                      <a:r>
                        <a:rPr lang="en-IN" sz="1100" dirty="0" err="1"/>
                        <a:t>Heron,Xinning</a:t>
                      </a:r>
                      <a:r>
                        <a:rPr lang="en-IN" sz="1100" dirty="0"/>
                        <a:t> Gui</a:t>
                      </a:r>
                    </a:p>
                  </a:txBody>
                  <a:tcPr marL="89852" marR="89852" marT="44926" marB="44926"/>
                </a:tc>
                <a:tc>
                  <a:txBody>
                    <a:bodyPr/>
                    <a:lstStyle/>
                    <a:p>
                      <a:pPr algn="just"/>
                      <a:endParaRPr lang="en-IN" sz="1100" dirty="0"/>
                    </a:p>
                  </a:txBody>
                  <a:tcPr marL="89852" marR="89852" marT="44926" marB="44926"/>
                </a:tc>
                <a:extLst>
                  <a:ext uri="{0D108BD9-81ED-4DB2-BD59-A6C34878D82A}">
                    <a16:rowId xmlns:a16="http://schemas.microsoft.com/office/drawing/2014/main" val="1786470009"/>
                  </a:ext>
                </a:extLst>
              </a:tr>
              <a:tr h="379204">
                <a:tc>
                  <a:txBody>
                    <a:bodyPr/>
                    <a:lstStyle/>
                    <a:p>
                      <a:pPr algn="just"/>
                      <a:r>
                        <a:rPr lang="en-IN" sz="1200" b="1" dirty="0"/>
                        <a:t>Objectives</a:t>
                      </a:r>
                    </a:p>
                  </a:txBody>
                  <a:tcPr marL="89852" marR="89852" marT="44926" marB="44926"/>
                </a:tc>
                <a:tc>
                  <a:txBody>
                    <a:bodyPr/>
                    <a:lstStyle/>
                    <a:p>
                      <a:pPr algn="just"/>
                      <a:r>
                        <a:rPr lang="en-US" sz="1100" dirty="0"/>
                        <a:t>The main goal of this paper was to study </a:t>
                      </a:r>
                      <a:r>
                        <a:rPr lang="en-US" sz="1100" b="1" dirty="0"/>
                        <a:t>how chatbot-based symptom checker apps should talk to users</a:t>
                      </a:r>
                      <a:r>
                        <a:rPr lang="en-US" sz="1100" dirty="0"/>
                        <a:t>.</a:t>
                      </a:r>
                      <a:endParaRPr lang="en-IN" sz="1100" dirty="0"/>
                    </a:p>
                  </a:txBody>
                  <a:tcPr marL="89852" marR="89852" marT="44926" marB="44926"/>
                </a:tc>
                <a:tc>
                  <a:txBody>
                    <a:bodyPr/>
                    <a:lstStyle/>
                    <a:p>
                      <a:pPr algn="just"/>
                      <a:endParaRPr lang="en-IN" sz="1100" dirty="0"/>
                    </a:p>
                  </a:txBody>
                  <a:tcPr marL="89852" marR="89852" marT="44926" marB="44926"/>
                </a:tc>
                <a:extLst>
                  <a:ext uri="{0D108BD9-81ED-4DB2-BD59-A6C34878D82A}">
                    <a16:rowId xmlns:a16="http://schemas.microsoft.com/office/drawing/2014/main" val="3058473310"/>
                  </a:ext>
                </a:extLst>
              </a:tr>
              <a:tr h="678262">
                <a:tc>
                  <a:txBody>
                    <a:bodyPr/>
                    <a:lstStyle/>
                    <a:p>
                      <a:pPr algn="just"/>
                      <a:r>
                        <a:rPr lang="en-IN" sz="1200" b="1" dirty="0"/>
                        <a:t>Technology</a:t>
                      </a:r>
                    </a:p>
                  </a:txBody>
                  <a:tcPr marL="89852" marR="89852" marT="44926" marB="44926"/>
                </a:tc>
                <a:tc>
                  <a:txBody>
                    <a:bodyPr/>
                    <a:lstStyle/>
                    <a:p>
                      <a:pPr algn="just"/>
                      <a:r>
                        <a:rPr lang="en-IN" sz="1100" b="1" dirty="0"/>
                        <a:t>Chatbot-based symptom checker apps (CSC)</a:t>
                      </a:r>
                      <a:endParaRPr lang="en-IN" sz="1100" dirty="0"/>
                    </a:p>
                    <a:p>
                      <a:pPr algn="just"/>
                      <a:r>
                        <a:rPr lang="en-IN" sz="1100" dirty="0"/>
                        <a:t>Natural Language Processing (NLP),Machine learning (in general, as used in symptom checkers),Web-based chatbot system, Flow XO platform for chatbot development, JavaScript, HTML, CSS for interface design</a:t>
                      </a:r>
                    </a:p>
                  </a:txBody>
                  <a:tcPr marL="89852" marR="89852" marT="44926" marB="44926"/>
                </a:tc>
                <a:tc>
                  <a:txBody>
                    <a:bodyPr/>
                    <a:lstStyle/>
                    <a:p>
                      <a:pPr algn="just"/>
                      <a:endParaRPr lang="en-IN" sz="1100"/>
                    </a:p>
                  </a:txBody>
                  <a:tcPr marL="89852" marR="89852" marT="44926" marB="44926"/>
                </a:tc>
                <a:extLst>
                  <a:ext uri="{0D108BD9-81ED-4DB2-BD59-A6C34878D82A}">
                    <a16:rowId xmlns:a16="http://schemas.microsoft.com/office/drawing/2014/main" val="2514516334"/>
                  </a:ext>
                </a:extLst>
              </a:tr>
              <a:tr h="827792">
                <a:tc>
                  <a:txBody>
                    <a:bodyPr/>
                    <a:lstStyle/>
                    <a:p>
                      <a:pPr algn="just"/>
                      <a:r>
                        <a:rPr lang="en-IN" sz="1200" b="1" dirty="0"/>
                        <a:t>Methodology</a:t>
                      </a:r>
                    </a:p>
                  </a:txBody>
                  <a:tcPr marL="89852" marR="89852" marT="44926" marB="44926"/>
                </a:tc>
                <a:tc>
                  <a:txBody>
                    <a:bodyPr/>
                    <a:lstStyle/>
                    <a:p>
                      <a:pPr algn="just"/>
                      <a:r>
                        <a:rPr lang="en-US" sz="1100" dirty="0"/>
                        <a:t>They interviewed </a:t>
                      </a:r>
                      <a:r>
                        <a:rPr lang="en-US" sz="1100" b="1" dirty="0"/>
                        <a:t>25 users</a:t>
                      </a:r>
                      <a:r>
                        <a:rPr lang="en-US" sz="1100" dirty="0"/>
                        <a:t> who had used symptom checker </a:t>
                      </a:r>
                      <a:r>
                        <a:rPr lang="en-US" sz="1100" dirty="0" err="1"/>
                        <a:t>apps.They</a:t>
                      </a:r>
                      <a:r>
                        <a:rPr lang="en-US" sz="1100" dirty="0"/>
                        <a:t> asked about their experiences and problems. They analyzed the answers using thematic analysis., They found 3 main user needs:, Emotional support (like greetings and caring words),Explanations (why questions are asked and how results are generated),Efficiency (fast and simple interaction)</a:t>
                      </a:r>
                    </a:p>
                  </a:txBody>
                  <a:tcPr marL="89852" marR="89852" marT="44926" marB="44926"/>
                </a:tc>
                <a:tc>
                  <a:txBody>
                    <a:bodyPr/>
                    <a:lstStyle/>
                    <a:p>
                      <a:pPr algn="just"/>
                      <a:endParaRPr lang="en-IN" sz="1100" dirty="0"/>
                    </a:p>
                  </a:txBody>
                  <a:tcPr marL="89852" marR="89852" marT="44926" marB="44926"/>
                </a:tc>
                <a:extLst>
                  <a:ext uri="{0D108BD9-81ED-4DB2-BD59-A6C34878D82A}">
                    <a16:rowId xmlns:a16="http://schemas.microsoft.com/office/drawing/2014/main" val="2073586507"/>
                  </a:ext>
                </a:extLst>
              </a:tr>
              <a:tr h="1276380">
                <a:tc>
                  <a:txBody>
                    <a:bodyPr/>
                    <a:lstStyle/>
                    <a:p>
                      <a:pPr algn="just"/>
                      <a:r>
                        <a:rPr lang="en-IN" sz="1200" b="1" dirty="0"/>
                        <a:t>Novelty</a:t>
                      </a:r>
                    </a:p>
                  </a:txBody>
                  <a:tcPr marL="89852" marR="89852" marT="44926" marB="44926"/>
                </a:tc>
                <a:tc>
                  <a:txBody>
                    <a:bodyPr/>
                    <a:lstStyle/>
                    <a:p>
                      <a:pPr algn="just"/>
                      <a:r>
                        <a:rPr lang="en-US" sz="1100" dirty="0"/>
                        <a:t>It studies </a:t>
                      </a:r>
                      <a:r>
                        <a:rPr lang="en-US" sz="1100" b="1" dirty="0"/>
                        <a:t>how a symptom checker should talk</a:t>
                      </a:r>
                      <a:r>
                        <a:rPr lang="en-US" sz="1100" dirty="0"/>
                        <a:t>, not just how accurate it is.</a:t>
                      </a:r>
                    </a:p>
                    <a:p>
                      <a:pPr algn="just"/>
                      <a:r>
                        <a:rPr lang="en-US" sz="1100" dirty="0"/>
                        <a:t>It combines </a:t>
                      </a:r>
                      <a:r>
                        <a:rPr lang="en-US" sz="1100" b="1" dirty="0"/>
                        <a:t>emotional support + explanation + efficiency</a:t>
                      </a:r>
                      <a:r>
                        <a:rPr lang="en-US" sz="1100" dirty="0"/>
                        <a:t> together.</a:t>
                      </a:r>
                    </a:p>
                    <a:p>
                      <a:pPr algn="just"/>
                      <a:r>
                        <a:rPr lang="en-US" sz="1100" dirty="0"/>
                        <a:t>It gives users a </a:t>
                      </a:r>
                      <a:r>
                        <a:rPr lang="en-US" sz="1100" b="1" dirty="0"/>
                        <a:t>toggle button</a:t>
                      </a:r>
                      <a:r>
                        <a:rPr lang="en-US" sz="1100" dirty="0"/>
                        <a:t> to control whether they want simple mode or detailed explanations.</a:t>
                      </a:r>
                    </a:p>
                    <a:p>
                      <a:pPr algn="just"/>
                      <a:r>
                        <a:rPr lang="en-US" sz="1100" dirty="0"/>
                        <a:t>It uses both qualitative (interviews) and quantitative (experiment) research methods.</a:t>
                      </a:r>
                    </a:p>
                    <a:p>
                      <a:pPr algn="just"/>
                      <a:r>
                        <a:rPr lang="en-US" sz="1100" dirty="0"/>
                        <a:t>It gives clear design guidelines for future health chatbots.</a:t>
                      </a:r>
                    </a:p>
                    <a:p>
                      <a:pPr algn="just"/>
                      <a:endParaRPr lang="en-IN" sz="1100" dirty="0"/>
                    </a:p>
                  </a:txBody>
                  <a:tcPr marL="89852" marR="89852" marT="44926" marB="44926"/>
                </a:tc>
                <a:tc>
                  <a:txBody>
                    <a:bodyPr/>
                    <a:lstStyle/>
                    <a:p>
                      <a:pPr algn="just"/>
                      <a:endParaRPr lang="en-IN" sz="1100" dirty="0"/>
                    </a:p>
                  </a:txBody>
                  <a:tcPr marL="89852" marR="89852" marT="44926" marB="44926"/>
                </a:tc>
                <a:extLst>
                  <a:ext uri="{0D108BD9-81ED-4DB2-BD59-A6C34878D82A}">
                    <a16:rowId xmlns:a16="http://schemas.microsoft.com/office/drawing/2014/main" val="1945095857"/>
                  </a:ext>
                </a:extLst>
              </a:tr>
              <a:tr h="1126851">
                <a:tc>
                  <a:txBody>
                    <a:bodyPr/>
                    <a:lstStyle/>
                    <a:p>
                      <a:pPr algn="just"/>
                      <a:r>
                        <a:rPr lang="en-IN" sz="1200" b="1" dirty="0"/>
                        <a:t>Result</a:t>
                      </a:r>
                    </a:p>
                  </a:txBody>
                  <a:tcPr marL="89852" marR="89852" marT="44926" marB="44926"/>
                </a:tc>
                <a:tc>
                  <a:txBody>
                    <a:bodyPr/>
                    <a:lstStyle/>
                    <a:p>
                      <a:pPr algn="just"/>
                      <a:r>
                        <a:rPr lang="en-US" sz="1100" dirty="0"/>
                        <a:t>Users like emotional support in some situations., Users want explanations </a:t>
                      </a:r>
                      <a:r>
                        <a:rPr lang="en-US" sz="1100" dirty="0" err="1"/>
                        <a:t>for:,Why</a:t>
                      </a:r>
                      <a:r>
                        <a:rPr lang="en-US" sz="1100" dirty="0"/>
                        <a:t> certain questions are asked, How the diagnosis </a:t>
                      </a:r>
                      <a:r>
                        <a:rPr lang="en-US" sz="1100"/>
                        <a:t>is generated, Too </a:t>
                      </a:r>
                      <a:r>
                        <a:rPr lang="en-US" sz="1100" dirty="0"/>
                        <a:t>much emotional language can sometimes reduce </a:t>
                      </a:r>
                      <a:r>
                        <a:rPr lang="en-US" sz="1100" dirty="0" err="1"/>
                        <a:t>efficiency.,Emotional</a:t>
                      </a:r>
                      <a:r>
                        <a:rPr lang="en-US" sz="1100" dirty="0"/>
                        <a:t> support and explanations increase:,</a:t>
                      </a:r>
                      <a:r>
                        <a:rPr lang="en-US" sz="1100" dirty="0" err="1"/>
                        <a:t>Trust,Transparency,Human-likeness,Different</a:t>
                      </a:r>
                      <a:r>
                        <a:rPr lang="en-US" sz="1100" dirty="0"/>
                        <a:t> users want different levels of explanation and emotion. Giving users control (like a toggle button) is very important.</a:t>
                      </a:r>
                    </a:p>
                    <a:p>
                      <a:pPr algn="just"/>
                      <a:endParaRPr lang="en-GB" sz="1100" dirty="0"/>
                    </a:p>
                  </a:txBody>
                  <a:tcPr marL="89852" marR="89852" marT="44926" marB="44926"/>
                </a:tc>
                <a:tc>
                  <a:txBody>
                    <a:bodyPr/>
                    <a:lstStyle/>
                    <a:p>
                      <a:pPr algn="just"/>
                      <a:endParaRPr lang="en-IN" sz="1100" dirty="0"/>
                    </a:p>
                  </a:txBody>
                  <a:tcPr marL="89852" marR="89852" marT="44926" marB="44926"/>
                </a:tc>
                <a:extLst>
                  <a:ext uri="{0D108BD9-81ED-4DB2-BD59-A6C34878D82A}">
                    <a16:rowId xmlns:a16="http://schemas.microsoft.com/office/drawing/2014/main" val="1406870061"/>
                  </a:ext>
                </a:extLst>
              </a:tr>
            </a:tbl>
          </a:graphicData>
        </a:graphic>
      </p:graphicFrame>
    </p:spTree>
    <p:extLst>
      <p:ext uri="{BB962C8B-B14F-4D97-AF65-F5344CB8AC3E}">
        <p14:creationId xmlns:p14="http://schemas.microsoft.com/office/powerpoint/2010/main" val="801570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52AC9-F536-6839-2CC5-7DAFFA9B7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50D24-A3B5-5A9B-31EC-3854BD4092FE}"/>
              </a:ext>
            </a:extLst>
          </p:cNvPr>
          <p:cNvSpPr>
            <a:spLocks noGrp="1"/>
          </p:cNvSpPr>
          <p:nvPr>
            <p:ph type="title"/>
          </p:nvPr>
        </p:nvSpPr>
        <p:spPr>
          <a:xfrm>
            <a:off x="320206" y="171197"/>
            <a:ext cx="9969536" cy="580315"/>
          </a:xfrm>
        </p:spPr>
        <p:txBody>
          <a:bodyPr anchor="b">
            <a:normAutofit/>
          </a:bodyPr>
          <a:lstStyle/>
          <a:p>
            <a:r>
              <a:rPr lang="en-IN" sz="3200" b="1" dirty="0"/>
              <a:t>LITERATURE REVIEW –  Rishi</a:t>
            </a:r>
          </a:p>
        </p:txBody>
      </p:sp>
      <p:graphicFrame>
        <p:nvGraphicFramePr>
          <p:cNvPr id="4" name="Content Placeholder 3">
            <a:extLst>
              <a:ext uri="{FF2B5EF4-FFF2-40B4-BE49-F238E27FC236}">
                <a16:creationId xmlns:a16="http://schemas.microsoft.com/office/drawing/2014/main" id="{BE1951C0-8AFF-0D6C-9C74-9F748BE2A170}"/>
              </a:ext>
            </a:extLst>
          </p:cNvPr>
          <p:cNvGraphicFramePr>
            <a:graphicFrameLocks noGrp="1"/>
          </p:cNvGraphicFramePr>
          <p:nvPr>
            <p:ph idx="1"/>
            <p:extLst>
              <p:ext uri="{D42A27DB-BD31-4B8C-83A1-F6EECF244321}">
                <p14:modId xmlns:p14="http://schemas.microsoft.com/office/powerpoint/2010/main" val="769593695"/>
              </p:ext>
            </p:extLst>
          </p:nvPr>
        </p:nvGraphicFramePr>
        <p:xfrm>
          <a:off x="275303" y="741680"/>
          <a:ext cx="11651226" cy="5668953"/>
        </p:xfrm>
        <a:graphic>
          <a:graphicData uri="http://schemas.openxmlformats.org/drawingml/2006/table">
            <a:tbl>
              <a:tblPr firstRow="1" bandRow="1">
                <a:tableStyleId>{5C22544A-7EE6-4342-B048-85BDC9FD1C3A}</a:tableStyleId>
              </a:tblPr>
              <a:tblGrid>
                <a:gridCol w="1569224">
                  <a:extLst>
                    <a:ext uri="{9D8B030D-6E8A-4147-A177-3AD203B41FA5}">
                      <a16:colId xmlns:a16="http://schemas.microsoft.com/office/drawing/2014/main" val="3029351234"/>
                    </a:ext>
                  </a:extLst>
                </a:gridCol>
                <a:gridCol w="5280414">
                  <a:extLst>
                    <a:ext uri="{9D8B030D-6E8A-4147-A177-3AD203B41FA5}">
                      <a16:colId xmlns:a16="http://schemas.microsoft.com/office/drawing/2014/main" val="704337426"/>
                    </a:ext>
                  </a:extLst>
                </a:gridCol>
                <a:gridCol w="4801588">
                  <a:extLst>
                    <a:ext uri="{9D8B030D-6E8A-4147-A177-3AD203B41FA5}">
                      <a16:colId xmlns:a16="http://schemas.microsoft.com/office/drawing/2014/main" val="4163358804"/>
                    </a:ext>
                  </a:extLst>
                </a:gridCol>
              </a:tblGrid>
              <a:tr h="417933">
                <a:tc>
                  <a:txBody>
                    <a:bodyPr/>
                    <a:lstStyle/>
                    <a:p>
                      <a:pPr algn="just"/>
                      <a:r>
                        <a:rPr lang="en-IN" sz="1100"/>
                        <a:t>TITLE OF PAPER</a:t>
                      </a:r>
                      <a:endParaRPr lang="en-IN" sz="1100" dirty="0"/>
                    </a:p>
                  </a:txBody>
                  <a:tcPr marL="89852" marR="89852" marT="44926" marB="44926"/>
                </a:tc>
                <a:tc>
                  <a:txBody>
                    <a:bodyPr/>
                    <a:lstStyle/>
                    <a:p>
                      <a:pPr algn="just"/>
                      <a:r>
                        <a:rPr lang="en-IN" sz="1100"/>
                        <a:t>REFRENCE PAPER 1</a:t>
                      </a:r>
                      <a:endParaRPr lang="en-IN" sz="1100" dirty="0"/>
                    </a:p>
                  </a:txBody>
                  <a:tcPr marL="89852" marR="89852" marT="44926" marB="44926"/>
                </a:tc>
                <a:tc>
                  <a:txBody>
                    <a:bodyPr/>
                    <a:lstStyle/>
                    <a:p>
                      <a:pPr algn="just"/>
                      <a:r>
                        <a:rPr lang="en-IN" sz="1100" dirty="0"/>
                        <a:t> REFRENCE PAPER 2</a:t>
                      </a:r>
                    </a:p>
                  </a:txBody>
                  <a:tcPr marL="89852" marR="89852" marT="44926" marB="44926"/>
                </a:tc>
                <a:extLst>
                  <a:ext uri="{0D108BD9-81ED-4DB2-BD59-A6C34878D82A}">
                    <a16:rowId xmlns:a16="http://schemas.microsoft.com/office/drawing/2014/main" val="3809195919"/>
                  </a:ext>
                </a:extLst>
              </a:tr>
              <a:tr h="466890">
                <a:tc>
                  <a:txBody>
                    <a:bodyPr/>
                    <a:lstStyle/>
                    <a:p>
                      <a:pPr algn="just"/>
                      <a:r>
                        <a:rPr lang="en-IN" sz="1200" b="1"/>
                        <a:t>Title of Paper</a:t>
                      </a:r>
                      <a:endParaRPr lang="en-IN" sz="1200" b="1" dirty="0"/>
                    </a:p>
                  </a:txBody>
                  <a:tcPr marL="89852" marR="89852" marT="44926" marB="44926"/>
                </a:tc>
                <a:tc>
                  <a:txBody>
                    <a:bodyPr/>
                    <a:lstStyle/>
                    <a:p>
                      <a:pPr algn="just"/>
                      <a:r>
                        <a:rPr lang="en-US" sz="1100" dirty="0"/>
                        <a:t>Redesigning Primary Care: The Emergence of Artificial-Intelligence-Driven Symptom Diagnostic Tools</a:t>
                      </a:r>
                      <a:endParaRPr lang="en-IN" sz="1100" dirty="0"/>
                    </a:p>
                  </a:txBody>
                  <a:tcPr marL="89852" marR="89852" marT="44926" marB="44926"/>
                </a:tc>
                <a:tc>
                  <a:txBody>
                    <a:bodyPr/>
                    <a:lstStyle/>
                    <a:p>
                      <a:pPr algn="just"/>
                      <a:r>
                        <a:rPr lang="en-US" sz="1100" dirty="0"/>
                        <a:t>Self-Diagnosis through AI-enabled Chatbot-based Symptom Checkers: User Experiences and Design Considerations</a:t>
                      </a:r>
                      <a:endParaRPr lang="en-IN" sz="1100" dirty="0"/>
                    </a:p>
                  </a:txBody>
                  <a:tcPr marL="89852" marR="89852" marT="44926" marB="44926"/>
                </a:tc>
                <a:extLst>
                  <a:ext uri="{0D108BD9-81ED-4DB2-BD59-A6C34878D82A}">
                    <a16:rowId xmlns:a16="http://schemas.microsoft.com/office/drawing/2014/main" val="324098785"/>
                  </a:ext>
                </a:extLst>
              </a:tr>
              <a:tr h="339871">
                <a:tc>
                  <a:txBody>
                    <a:bodyPr/>
                    <a:lstStyle/>
                    <a:p>
                      <a:pPr algn="just"/>
                      <a:r>
                        <a:rPr lang="en-IN" sz="1200" b="1"/>
                        <a:t>Featuring Journal</a:t>
                      </a:r>
                      <a:endParaRPr lang="en-IN" sz="1200" b="1" dirty="0"/>
                    </a:p>
                  </a:txBody>
                  <a:tcPr marL="89852" marR="89852" marT="44926" marB="44926"/>
                </a:tc>
                <a:tc>
                  <a:txBody>
                    <a:bodyPr/>
                    <a:lstStyle/>
                    <a:p>
                      <a:pPr algn="just"/>
                      <a:r>
                        <a:rPr lang="en-US" sz="1100" dirty="0"/>
                        <a:t>Journal of Personalized Medicine</a:t>
                      </a:r>
                      <a:endParaRPr lang="en-IN" sz="1100" dirty="0"/>
                    </a:p>
                  </a:txBody>
                  <a:tcPr marL="89852" marR="89852" marT="44926" marB="44926"/>
                </a:tc>
                <a:tc>
                  <a:txBody>
                    <a:bodyPr/>
                    <a:lstStyle/>
                    <a:p>
                      <a:pPr algn="just"/>
                      <a:r>
                        <a:rPr lang="en-US" sz="1100" dirty="0"/>
                        <a:t>AMIA Annual Symposium Proceedings</a:t>
                      </a:r>
                      <a:endParaRPr lang="en-IN" sz="1100" dirty="0"/>
                    </a:p>
                  </a:txBody>
                  <a:tcPr marL="89852" marR="89852" marT="44926" marB="44926"/>
                </a:tc>
                <a:extLst>
                  <a:ext uri="{0D108BD9-81ED-4DB2-BD59-A6C34878D82A}">
                    <a16:rowId xmlns:a16="http://schemas.microsoft.com/office/drawing/2014/main" val="3314224096"/>
                  </a:ext>
                </a:extLst>
              </a:tr>
              <a:tr h="615440">
                <a:tc>
                  <a:txBody>
                    <a:bodyPr/>
                    <a:lstStyle/>
                    <a:p>
                      <a:pPr algn="just"/>
                      <a:r>
                        <a:rPr lang="en-IN" sz="1200" b="1"/>
                        <a:t>Year of publication</a:t>
                      </a:r>
                    </a:p>
                    <a:p>
                      <a:pPr algn="just"/>
                      <a:r>
                        <a:rPr lang="en-IN" sz="1200" b="1"/>
                        <a:t>Authors</a:t>
                      </a:r>
                      <a:endParaRPr lang="en-IN" sz="1200" b="1" dirty="0"/>
                    </a:p>
                  </a:txBody>
                  <a:tcPr marL="89852" marR="89852" marT="44926" marB="44926"/>
                </a:tc>
                <a:tc>
                  <a:txBody>
                    <a:bodyPr/>
                    <a:lstStyle/>
                    <a:p>
                      <a:pPr algn="just"/>
                      <a:r>
                        <a:rPr lang="en-IN" sz="1100" dirty="0"/>
                        <a:t>2023 </a:t>
                      </a:r>
                      <a:r>
                        <a:rPr lang="en-US" sz="1100" dirty="0"/>
                        <a:t>Christian J. </a:t>
                      </a:r>
                      <a:r>
                        <a:rPr lang="en-US" sz="1100" dirty="0" err="1"/>
                        <a:t>Wiedermann</a:t>
                      </a:r>
                      <a:r>
                        <a:rPr lang="en-US" sz="1100" dirty="0"/>
                        <a:t>, Angelika </a:t>
                      </a:r>
                      <a:r>
                        <a:rPr lang="en-US" sz="1100" dirty="0" err="1"/>
                        <a:t>Mahlknecht</a:t>
                      </a:r>
                      <a:r>
                        <a:rPr lang="en-US" sz="1100" dirty="0"/>
                        <a:t>, Giuliano </a:t>
                      </a:r>
                      <a:r>
                        <a:rPr lang="en-US" sz="1100" dirty="0" err="1"/>
                        <a:t>Piccoliori</a:t>
                      </a:r>
                      <a:r>
                        <a:rPr lang="en-US" sz="1100" dirty="0"/>
                        <a:t>, and Adolf Eng</a:t>
                      </a:r>
                      <a:endParaRPr lang="en-IN" sz="1100" dirty="0"/>
                    </a:p>
                  </a:txBody>
                  <a:tcPr marL="89852" marR="89852" marT="44926" marB="44926"/>
                </a:tc>
                <a:tc>
                  <a:txBody>
                    <a:bodyPr/>
                    <a:lstStyle/>
                    <a:p>
                      <a:pPr algn="just"/>
                      <a:r>
                        <a:rPr lang="en-US" sz="1100" dirty="0"/>
                        <a:t>2020 Yue You and </a:t>
                      </a:r>
                      <a:r>
                        <a:rPr lang="en-US" sz="1100" dirty="0" err="1"/>
                        <a:t>Xinning</a:t>
                      </a:r>
                      <a:r>
                        <a:rPr lang="en-US" sz="1100" dirty="0"/>
                        <a:t> Gui</a:t>
                      </a:r>
                      <a:endParaRPr lang="en-IN" sz="1100" dirty="0"/>
                    </a:p>
                  </a:txBody>
                  <a:tcPr marL="89852" marR="89852" marT="44926" marB="44926"/>
                </a:tc>
                <a:extLst>
                  <a:ext uri="{0D108BD9-81ED-4DB2-BD59-A6C34878D82A}">
                    <a16:rowId xmlns:a16="http://schemas.microsoft.com/office/drawing/2014/main" val="1786470009"/>
                  </a:ext>
                </a:extLst>
              </a:tr>
              <a:tr h="778770">
                <a:tc>
                  <a:txBody>
                    <a:bodyPr/>
                    <a:lstStyle/>
                    <a:p>
                      <a:pPr algn="just"/>
                      <a:r>
                        <a:rPr lang="en-IN" sz="1200" b="1"/>
                        <a:t>Objectives</a:t>
                      </a:r>
                      <a:endParaRPr lang="en-IN" sz="1200" b="1" dirty="0"/>
                    </a:p>
                  </a:txBody>
                  <a:tcPr marL="89852" marR="89852" marT="44926" marB="44926"/>
                </a:tc>
                <a:tc>
                  <a:txBody>
                    <a:bodyPr/>
                    <a:lstStyle/>
                    <a:p>
                      <a:pPr algn="just"/>
                      <a:r>
                        <a:rPr lang="en-US" sz="1100" dirty="0"/>
                        <a:t>The main goal was to see if AI symptom checkers are actually useful and efficient in everyday doctor visits, and to figure out what patients and doctors really think about them</a:t>
                      </a:r>
                      <a:endParaRPr lang="en-IN" sz="1100" dirty="0"/>
                    </a:p>
                  </a:txBody>
                  <a:tcPr marL="89852" marR="89852" marT="44926" marB="44926"/>
                </a:tc>
                <a:tc>
                  <a:txBody>
                    <a:bodyPr/>
                    <a:lstStyle/>
                    <a:p>
                      <a:pPr algn="just"/>
                      <a:r>
                        <a:rPr lang="en-US" sz="1100" dirty="0"/>
                        <a:t>To figure out what these AI symptom checker apps can actually do, how users really feel about them, and how developers can design them better in the future</a:t>
                      </a:r>
                      <a:endParaRPr lang="en-IN" sz="1100" dirty="0"/>
                    </a:p>
                  </a:txBody>
                  <a:tcPr marL="89852" marR="89852" marT="44926" marB="44926"/>
                </a:tc>
                <a:extLst>
                  <a:ext uri="{0D108BD9-81ED-4DB2-BD59-A6C34878D82A}">
                    <a16:rowId xmlns:a16="http://schemas.microsoft.com/office/drawing/2014/main" val="3058473310"/>
                  </a:ext>
                </a:extLst>
              </a:tr>
              <a:tr h="545220">
                <a:tc>
                  <a:txBody>
                    <a:bodyPr/>
                    <a:lstStyle/>
                    <a:p>
                      <a:pPr algn="just"/>
                      <a:r>
                        <a:rPr lang="en-IN" sz="1200" b="1"/>
                        <a:t>Technology</a:t>
                      </a:r>
                      <a:endParaRPr lang="en-IN" sz="1200" b="1" dirty="0"/>
                    </a:p>
                  </a:txBody>
                  <a:tcPr marL="89852" marR="89852" marT="44926" marB="44926"/>
                </a:tc>
                <a:tc>
                  <a:txBody>
                    <a:bodyPr/>
                    <a:lstStyle/>
                    <a:p>
                      <a:pPr algn="just"/>
                      <a:r>
                        <a:rPr lang="en-US" sz="1100" dirty="0"/>
                        <a:t>AI-driven symptom checkers and chatbots used in primary care</a:t>
                      </a:r>
                      <a:endParaRPr lang="en-IN" sz="1100" dirty="0"/>
                    </a:p>
                  </a:txBody>
                  <a:tcPr marL="89852" marR="89852" marT="44926" marB="44926"/>
                </a:tc>
                <a:tc>
                  <a:txBody>
                    <a:bodyPr/>
                    <a:lstStyle/>
                    <a:p>
                      <a:pPr algn="just"/>
                      <a:r>
                        <a:rPr lang="en-US" sz="1100" dirty="0"/>
                        <a:t>AI-enabled chatbot-based symptom checker (CSC) apps (like Ada, K Health, Ask NHS, etc.)</a:t>
                      </a:r>
                      <a:endParaRPr lang="en-IN" sz="1100" dirty="0"/>
                    </a:p>
                  </a:txBody>
                  <a:tcPr marL="89852" marR="89852" marT="44926" marB="44926"/>
                </a:tc>
                <a:extLst>
                  <a:ext uri="{0D108BD9-81ED-4DB2-BD59-A6C34878D82A}">
                    <a16:rowId xmlns:a16="http://schemas.microsoft.com/office/drawing/2014/main" val="2514516334"/>
                  </a:ext>
                </a:extLst>
              </a:tr>
              <a:tr h="809594">
                <a:tc>
                  <a:txBody>
                    <a:bodyPr/>
                    <a:lstStyle/>
                    <a:p>
                      <a:pPr algn="just"/>
                      <a:r>
                        <a:rPr lang="en-IN" sz="1200" b="1"/>
                        <a:t>Methodology</a:t>
                      </a:r>
                      <a:endParaRPr lang="en-IN" sz="1200" b="1" dirty="0"/>
                    </a:p>
                  </a:txBody>
                  <a:tcPr marL="89852" marR="89852" marT="44926" marB="44926"/>
                </a:tc>
                <a:tc>
                  <a:txBody>
                    <a:bodyPr/>
                    <a:lstStyle/>
                    <a:p>
                      <a:pPr algn="just"/>
                      <a:r>
                        <a:rPr lang="en-US" sz="1100" dirty="0"/>
                        <a:t>The researchers did a real-world test (a feasibility study) in northern Italy. They had 116 patients use a chatbot-based symptom checker right before their doctor's appointment, and then surveyed both the patients and their 10 doctors to see how it went</a:t>
                      </a:r>
                      <a:endParaRPr lang="en-IN" sz="1100" dirty="0"/>
                    </a:p>
                  </a:txBody>
                  <a:tcPr marL="89852" marR="89852" marT="44926" marB="44926"/>
                </a:tc>
                <a:tc>
                  <a:txBody>
                    <a:bodyPr/>
                    <a:lstStyle/>
                    <a:p>
                      <a:pPr algn="just"/>
                      <a:r>
                        <a:rPr lang="en-US" sz="1100" dirty="0"/>
                        <a:t>They went all out with a three-step process. First, they tested the features of 11 different apps. Then, they analyzed 500 app store reviews for 4 of the most popular ones. Finally, they did deep-dive interviews with 10 real people who use these apps</a:t>
                      </a:r>
                      <a:endParaRPr lang="en-IN" sz="1100" dirty="0"/>
                    </a:p>
                  </a:txBody>
                  <a:tcPr marL="89852" marR="89852" marT="44926" marB="44926"/>
                </a:tc>
                <a:extLst>
                  <a:ext uri="{0D108BD9-81ED-4DB2-BD59-A6C34878D82A}">
                    <a16:rowId xmlns:a16="http://schemas.microsoft.com/office/drawing/2014/main" val="2073586507"/>
                  </a:ext>
                </a:extLst>
              </a:tr>
              <a:tr h="567139">
                <a:tc>
                  <a:txBody>
                    <a:bodyPr/>
                    <a:lstStyle/>
                    <a:p>
                      <a:pPr algn="just"/>
                      <a:r>
                        <a:rPr lang="en-IN" sz="1200" b="1"/>
                        <a:t>Novelty</a:t>
                      </a:r>
                      <a:endParaRPr lang="en-IN" sz="1200" b="1" dirty="0"/>
                    </a:p>
                  </a:txBody>
                  <a:tcPr marL="89852" marR="89852" marT="44926" marB="44926"/>
                </a:tc>
                <a:tc>
                  <a:txBody>
                    <a:bodyPr/>
                    <a:lstStyle/>
                    <a:p>
                      <a:pPr algn="just"/>
                      <a:r>
                        <a:rPr lang="en-US" sz="1100" dirty="0"/>
                        <a:t>It is one of the first studies to actually test these AI checkers in real-life Italian clinics and grab opinions from both the doctors and the patients at the exact same time.</a:t>
                      </a:r>
                      <a:endParaRPr lang="en-IN" sz="1100" dirty="0"/>
                    </a:p>
                  </a:txBody>
                  <a:tcPr marL="89852" marR="89852" marT="44926" marB="44926"/>
                </a:tc>
                <a:tc>
                  <a:txBody>
                    <a:bodyPr/>
                    <a:lstStyle/>
                    <a:p>
                      <a:pPr algn="just"/>
                      <a:r>
                        <a:rPr lang="en-US" sz="1100" dirty="0"/>
                        <a:t>To the authors' knowledge, this is the very first study to look at both what these apps can technically do </a:t>
                      </a:r>
                      <a:r>
                        <a:rPr lang="en-US" sz="1100" i="1" dirty="0"/>
                        <a:t>and</a:t>
                      </a:r>
                      <a:r>
                        <a:rPr lang="en-US" sz="1100" dirty="0"/>
                        <a:t> how real users experience them</a:t>
                      </a:r>
                      <a:endParaRPr lang="en-IN" sz="1100" dirty="0"/>
                    </a:p>
                  </a:txBody>
                  <a:tcPr marL="89852" marR="89852" marT="44926" marB="44926"/>
                </a:tc>
                <a:extLst>
                  <a:ext uri="{0D108BD9-81ED-4DB2-BD59-A6C34878D82A}">
                    <a16:rowId xmlns:a16="http://schemas.microsoft.com/office/drawing/2014/main" val="1945095857"/>
                  </a:ext>
                </a:extLst>
              </a:tr>
              <a:tr h="1128096">
                <a:tc>
                  <a:txBody>
                    <a:bodyPr/>
                    <a:lstStyle/>
                    <a:p>
                      <a:pPr algn="just"/>
                      <a:r>
                        <a:rPr lang="en-IN" sz="1200" b="1" dirty="0"/>
                        <a:t>Result</a:t>
                      </a:r>
                    </a:p>
                  </a:txBody>
                  <a:tcPr marL="89852" marR="89852" marT="44926" marB="44926"/>
                </a:tc>
                <a:tc>
                  <a:txBody>
                    <a:bodyPr/>
                    <a:lstStyle/>
                    <a:p>
                      <a:pPr algn="just"/>
                      <a:r>
                        <a:rPr lang="en-US" sz="1100" dirty="0"/>
                        <a:t>Patients actually liked it! They found the apps super easy to use, liked feeling in control of their health, and half of them said they would happily use it at home. Doctors, on the other hand, were way more skeptical. They did not really trust the AI's accuracy and felt it did not save them any time during the visit. Basically, patients think it is cool, but doctors are not totally convinced yet</a:t>
                      </a:r>
                      <a:endParaRPr lang="en-GB" sz="1100" dirty="0"/>
                    </a:p>
                  </a:txBody>
                  <a:tcPr marL="89852" marR="89852" marT="44926" marB="44926"/>
                </a:tc>
                <a:tc>
                  <a:txBody>
                    <a:bodyPr/>
                    <a:lstStyle/>
                    <a:p>
                      <a:pPr algn="just"/>
                      <a:r>
                        <a:rPr lang="en-US" sz="1100" dirty="0"/>
                        <a:t>The apps kind of fall short compared to a real doctor's visit. Users complained that the apps do not ask enough about their past medical history, make it too rigid to type in specific symptoms, ask confusing questions, and do not do a great job handling diverse users or complex diseases. Users basically want the apps to act more human, let them type freely, and give better follow-up advice like medication info</a:t>
                      </a:r>
                      <a:endParaRPr lang="en-IN" sz="1100" dirty="0"/>
                    </a:p>
                  </a:txBody>
                  <a:tcPr marL="89852" marR="89852" marT="44926" marB="44926"/>
                </a:tc>
                <a:extLst>
                  <a:ext uri="{0D108BD9-81ED-4DB2-BD59-A6C34878D82A}">
                    <a16:rowId xmlns:a16="http://schemas.microsoft.com/office/drawing/2014/main" val="1406870061"/>
                  </a:ext>
                </a:extLst>
              </a:tr>
            </a:tbl>
          </a:graphicData>
        </a:graphic>
      </p:graphicFrame>
    </p:spTree>
    <p:extLst>
      <p:ext uri="{BB962C8B-B14F-4D97-AF65-F5344CB8AC3E}">
        <p14:creationId xmlns:p14="http://schemas.microsoft.com/office/powerpoint/2010/main" val="2504070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DEDCC5D-8B8A-40DB-BE90-A3AA27C6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3" name="Rectangle 22">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A1104F-5F35-58AD-63C9-1CD521F4129A}"/>
              </a:ext>
            </a:extLst>
          </p:cNvPr>
          <p:cNvSpPr>
            <a:spLocks noGrp="1"/>
          </p:cNvSpPr>
          <p:nvPr>
            <p:ph type="title"/>
          </p:nvPr>
        </p:nvSpPr>
        <p:spPr>
          <a:xfrm>
            <a:off x="949476" y="161365"/>
            <a:ext cx="9969536" cy="580315"/>
          </a:xfrm>
        </p:spPr>
        <p:txBody>
          <a:bodyPr anchor="b">
            <a:normAutofit/>
          </a:bodyPr>
          <a:lstStyle/>
          <a:p>
            <a:r>
              <a:rPr lang="en-IN" sz="3200" b="1" dirty="0"/>
              <a:t>LITERATURE REVIEW – Jatin Guleria</a:t>
            </a:r>
          </a:p>
        </p:txBody>
      </p:sp>
      <p:graphicFrame>
        <p:nvGraphicFramePr>
          <p:cNvPr id="4" name="Content Placeholder 3">
            <a:extLst>
              <a:ext uri="{FF2B5EF4-FFF2-40B4-BE49-F238E27FC236}">
                <a16:creationId xmlns:a16="http://schemas.microsoft.com/office/drawing/2014/main" id="{DC576E16-0125-BC5C-1C54-BDB958DC88BB}"/>
              </a:ext>
            </a:extLst>
          </p:cNvPr>
          <p:cNvGraphicFramePr>
            <a:graphicFrameLocks noGrp="1"/>
          </p:cNvGraphicFramePr>
          <p:nvPr>
            <p:ph idx="1"/>
            <p:extLst>
              <p:ext uri="{D42A27DB-BD31-4B8C-83A1-F6EECF244321}">
                <p14:modId xmlns:p14="http://schemas.microsoft.com/office/powerpoint/2010/main" val="2629850608"/>
              </p:ext>
            </p:extLst>
          </p:nvPr>
        </p:nvGraphicFramePr>
        <p:xfrm>
          <a:off x="589424" y="865844"/>
          <a:ext cx="11365209" cy="5773235"/>
        </p:xfrm>
        <a:graphic>
          <a:graphicData uri="http://schemas.openxmlformats.org/drawingml/2006/table">
            <a:tbl>
              <a:tblPr firstRow="1" bandRow="1">
                <a:tableStyleId>{5C22544A-7EE6-4342-B048-85BDC9FD1C3A}</a:tableStyleId>
              </a:tblPr>
              <a:tblGrid>
                <a:gridCol w="1530702">
                  <a:extLst>
                    <a:ext uri="{9D8B030D-6E8A-4147-A177-3AD203B41FA5}">
                      <a16:colId xmlns:a16="http://schemas.microsoft.com/office/drawing/2014/main" val="3029351234"/>
                    </a:ext>
                  </a:extLst>
                </a:gridCol>
                <a:gridCol w="5116416">
                  <a:extLst>
                    <a:ext uri="{9D8B030D-6E8A-4147-A177-3AD203B41FA5}">
                      <a16:colId xmlns:a16="http://schemas.microsoft.com/office/drawing/2014/main" val="704337426"/>
                    </a:ext>
                  </a:extLst>
                </a:gridCol>
                <a:gridCol w="4718091">
                  <a:extLst>
                    <a:ext uri="{9D8B030D-6E8A-4147-A177-3AD203B41FA5}">
                      <a16:colId xmlns:a16="http://schemas.microsoft.com/office/drawing/2014/main" val="4163358804"/>
                    </a:ext>
                  </a:extLst>
                </a:gridCol>
              </a:tblGrid>
              <a:tr h="357459">
                <a:tc>
                  <a:txBody>
                    <a:bodyPr/>
                    <a:lstStyle/>
                    <a:p>
                      <a:pPr algn="just"/>
                      <a:r>
                        <a:rPr lang="en-IN" sz="1100" dirty="0"/>
                        <a:t>TITLE OF PAPER</a:t>
                      </a:r>
                    </a:p>
                  </a:txBody>
                  <a:tcPr marL="89852" marR="89852" marT="44926" marB="44926"/>
                </a:tc>
                <a:tc>
                  <a:txBody>
                    <a:bodyPr/>
                    <a:lstStyle/>
                    <a:p>
                      <a:pPr algn="just"/>
                      <a:r>
                        <a:rPr lang="en-IN" sz="1100" dirty="0"/>
                        <a:t>REFRENCE PAPER 1</a:t>
                      </a:r>
                    </a:p>
                  </a:txBody>
                  <a:tcPr marL="89852" marR="89852" marT="44926" marB="44926"/>
                </a:tc>
                <a:tc>
                  <a:txBody>
                    <a:bodyPr/>
                    <a:lstStyle/>
                    <a:p>
                      <a:pPr algn="just"/>
                      <a:r>
                        <a:rPr lang="en-IN" sz="1100" dirty="0"/>
                        <a:t> REFRENCE PAPER 2</a:t>
                      </a:r>
                    </a:p>
                  </a:txBody>
                  <a:tcPr marL="89852" marR="89852" marT="44926" marB="44926"/>
                </a:tc>
                <a:extLst>
                  <a:ext uri="{0D108BD9-81ED-4DB2-BD59-A6C34878D82A}">
                    <a16:rowId xmlns:a16="http://schemas.microsoft.com/office/drawing/2014/main" val="3809195919"/>
                  </a:ext>
                </a:extLst>
              </a:tr>
              <a:tr h="399332">
                <a:tc>
                  <a:txBody>
                    <a:bodyPr/>
                    <a:lstStyle/>
                    <a:p>
                      <a:pPr algn="just"/>
                      <a:r>
                        <a:rPr lang="en-IN" sz="1200" b="1" dirty="0"/>
                        <a:t>Title of Paper</a:t>
                      </a:r>
                    </a:p>
                  </a:txBody>
                  <a:tcPr marL="89852" marR="89852" marT="44926" marB="44926"/>
                </a:tc>
                <a:tc>
                  <a:txBody>
                    <a:bodyPr/>
                    <a:lstStyle/>
                    <a:p>
                      <a:pPr algn="just"/>
                      <a:r>
                        <a:rPr lang="en-GB" sz="1100"/>
                        <a:t>Artificial Intelligence in Emergency Medicine: Viewpoint of Current Applications and Foreseeable Opportunities and Challenges</a:t>
                      </a:r>
                      <a:endParaRPr lang="en-IN" sz="1100" dirty="0"/>
                    </a:p>
                  </a:txBody>
                  <a:tcPr marL="89852" marR="89852" marT="44926" marB="44926"/>
                </a:tc>
                <a:tc>
                  <a:txBody>
                    <a:bodyPr/>
                    <a:lstStyle/>
                    <a:p>
                      <a:pPr algn="just"/>
                      <a:r>
                        <a:rPr lang="en-US" sz="1100" dirty="0"/>
                        <a:t>Use of Artificial Intelligence in Triage in Hospital Emergency Departments: A Scoping Review</a:t>
                      </a:r>
                      <a:endParaRPr lang="en-IN" sz="1100" dirty="0"/>
                    </a:p>
                  </a:txBody>
                  <a:tcPr marL="89852" marR="89852" marT="44926" marB="44926"/>
                </a:tc>
                <a:extLst>
                  <a:ext uri="{0D108BD9-81ED-4DB2-BD59-A6C34878D82A}">
                    <a16:rowId xmlns:a16="http://schemas.microsoft.com/office/drawing/2014/main" val="324098785"/>
                  </a:ext>
                </a:extLst>
              </a:tr>
              <a:tr h="290691">
                <a:tc>
                  <a:txBody>
                    <a:bodyPr/>
                    <a:lstStyle/>
                    <a:p>
                      <a:pPr algn="just"/>
                      <a:r>
                        <a:rPr lang="en-IN" sz="1200" b="1" dirty="0"/>
                        <a:t>Featuring Journal</a:t>
                      </a:r>
                    </a:p>
                  </a:txBody>
                  <a:tcPr marL="89852" marR="89852" marT="44926" marB="44926"/>
                </a:tc>
                <a:tc>
                  <a:txBody>
                    <a:bodyPr/>
                    <a:lstStyle/>
                    <a:p>
                      <a:pPr algn="just"/>
                      <a:r>
                        <a:rPr lang="en-GB" sz="1100"/>
                        <a:t>Journal of Medical Internet Research (JMIR)</a:t>
                      </a:r>
                      <a:endParaRPr lang="en-IN" sz="1100" dirty="0"/>
                    </a:p>
                  </a:txBody>
                  <a:tcPr marL="89852" marR="89852" marT="44926" marB="44926"/>
                </a:tc>
                <a:tc>
                  <a:txBody>
                    <a:bodyPr/>
                    <a:lstStyle/>
                    <a:p>
                      <a:pPr algn="just"/>
                      <a:r>
                        <a:rPr lang="en-US" sz="1100" dirty="0" err="1"/>
                        <a:t>Cureus</a:t>
                      </a:r>
                      <a:r>
                        <a:rPr lang="en-US" sz="1100" dirty="0"/>
                        <a:t> Journal (Healthcare / Emergency Medicine)</a:t>
                      </a:r>
                      <a:endParaRPr lang="en-IN" sz="1100" dirty="0"/>
                    </a:p>
                  </a:txBody>
                  <a:tcPr marL="89852" marR="89852" marT="44926" marB="44926"/>
                </a:tc>
                <a:extLst>
                  <a:ext uri="{0D108BD9-81ED-4DB2-BD59-A6C34878D82A}">
                    <a16:rowId xmlns:a16="http://schemas.microsoft.com/office/drawing/2014/main" val="3314224096"/>
                  </a:ext>
                </a:extLst>
              </a:tr>
              <a:tr h="871732">
                <a:tc>
                  <a:txBody>
                    <a:bodyPr/>
                    <a:lstStyle/>
                    <a:p>
                      <a:pPr algn="just"/>
                      <a:r>
                        <a:rPr lang="en-IN" sz="1200" b="1" dirty="0"/>
                        <a:t>Year of publication</a:t>
                      </a:r>
                    </a:p>
                    <a:p>
                      <a:pPr algn="just"/>
                      <a:r>
                        <a:rPr lang="en-IN" sz="1200" b="1" dirty="0"/>
                        <a:t>Authors</a:t>
                      </a:r>
                    </a:p>
                  </a:txBody>
                  <a:tcPr marL="89852" marR="89852" marT="44926" marB="44926"/>
                </a:tc>
                <a:tc>
                  <a:txBody>
                    <a:bodyPr/>
                    <a:lstStyle/>
                    <a:p>
                      <a:pPr algn="just"/>
                      <a:r>
                        <a:rPr lang="en-IN" sz="1100"/>
                        <a:t>2023</a:t>
                      </a:r>
                    </a:p>
                    <a:p>
                      <a:pPr algn="just"/>
                      <a:r>
                        <a:rPr lang="en-IN" sz="1100"/>
                        <a:t>Gabrielle Chenais, Emmanuel Lagarde, Cédric Gil-Jardiné</a:t>
                      </a:r>
                      <a:endParaRPr lang="en-IN" sz="1100" dirty="0"/>
                    </a:p>
                  </a:txBody>
                  <a:tcPr marL="89852" marR="89852" marT="44926" marB="44926"/>
                </a:tc>
                <a:tc>
                  <a:txBody>
                    <a:bodyPr/>
                    <a:lstStyle/>
                    <a:p>
                      <a:pPr algn="just"/>
                      <a:r>
                        <a:rPr lang="en-US" sz="1100" dirty="0"/>
                        <a:t>2024</a:t>
                      </a:r>
                    </a:p>
                    <a:p>
                      <a:pPr algn="just"/>
                      <a:r>
                        <a:rPr lang="en-US" sz="1100" dirty="0"/>
                        <a:t>Samantha Tyler, Matthew Olis, Nicole Aust, Love Patel, Leah Simon, Catherine Triantafyllidis, Vijay Patel, Dong Won Lee, Brendan Ginsberg, Hiba Ahmad, Robin J. Jacobs</a:t>
                      </a:r>
                      <a:endParaRPr lang="en-IN" sz="1100" dirty="0"/>
                    </a:p>
                  </a:txBody>
                  <a:tcPr marL="89852" marR="89852" marT="44926" marB="44926"/>
                </a:tc>
                <a:extLst>
                  <a:ext uri="{0D108BD9-81ED-4DB2-BD59-A6C34878D82A}">
                    <a16:rowId xmlns:a16="http://schemas.microsoft.com/office/drawing/2014/main" val="1786470009"/>
                  </a:ext>
                </a:extLst>
              </a:tr>
              <a:tr h="714266">
                <a:tc>
                  <a:txBody>
                    <a:bodyPr/>
                    <a:lstStyle/>
                    <a:p>
                      <a:pPr algn="just"/>
                      <a:r>
                        <a:rPr lang="en-IN" sz="1200" b="1" dirty="0"/>
                        <a:t>Objectives</a:t>
                      </a:r>
                    </a:p>
                  </a:txBody>
                  <a:tcPr marL="89852" marR="89852" marT="44926" marB="44926"/>
                </a:tc>
                <a:tc>
                  <a:txBody>
                    <a:bodyPr/>
                    <a:lstStyle/>
                    <a:p>
                      <a:pPr algn="just"/>
                      <a:r>
                        <a:rPr lang="en-GB" sz="1100"/>
                        <a:t>This study aims to explore how Artificial Intelligence is currently being used in Emergency Medicine, understand the algorithms behind these systems, evaluate how reliable they are, and examine the ethical and legal challenges involved in their real-world use.</a:t>
                      </a:r>
                      <a:endParaRPr lang="en-IN" sz="1100" dirty="0"/>
                    </a:p>
                  </a:txBody>
                  <a:tcPr marL="89852" marR="89852" marT="44926" marB="44926"/>
                </a:tc>
                <a:tc>
                  <a:txBody>
                    <a:bodyPr/>
                    <a:lstStyle/>
                    <a:p>
                      <a:pPr algn="just"/>
                      <a:r>
                        <a:rPr lang="en-US" sz="1100" dirty="0"/>
                        <a:t>This study aims to explore how Artificial Intelligence and Machine Learning are used in emergency department triage systems. It evaluates whether AI improves diagnosis, patient prioritization, and clinical outcomes.</a:t>
                      </a:r>
                      <a:endParaRPr lang="en-IN" sz="1100" dirty="0"/>
                    </a:p>
                  </a:txBody>
                  <a:tcPr marL="89852" marR="89852" marT="44926" marB="44926"/>
                </a:tc>
                <a:extLst>
                  <a:ext uri="{0D108BD9-81ED-4DB2-BD59-A6C34878D82A}">
                    <a16:rowId xmlns:a16="http://schemas.microsoft.com/office/drawing/2014/main" val="3058473310"/>
                  </a:ext>
                </a:extLst>
              </a:tr>
              <a:tr h="675253">
                <a:tc>
                  <a:txBody>
                    <a:bodyPr/>
                    <a:lstStyle/>
                    <a:p>
                      <a:pPr algn="just"/>
                      <a:r>
                        <a:rPr lang="en-IN" sz="1200" b="1" dirty="0"/>
                        <a:t>Technology</a:t>
                      </a:r>
                    </a:p>
                  </a:txBody>
                  <a:tcPr marL="89852" marR="89852" marT="44926" marB="44926"/>
                </a:tc>
                <a:tc>
                  <a:txBody>
                    <a:bodyPr/>
                    <a:lstStyle/>
                    <a:p>
                      <a:pPr algn="just"/>
                      <a:r>
                        <a:rPr lang="en-IN" sz="1100"/>
                        <a:t>Machine Learning, Deep Learning Models, Natural Language Processing (NLP),Automatic Speech Recognition ,Transformer-based models ,Gradient Boosting (for ED triage prediction),Clinical Decision Support Systems</a:t>
                      </a:r>
                      <a:endParaRPr lang="en-IN" sz="1100" dirty="0"/>
                    </a:p>
                  </a:txBody>
                  <a:tcPr marL="89852" marR="89852" marT="44926" marB="44926"/>
                </a:tc>
                <a:tc>
                  <a:txBody>
                    <a:bodyPr/>
                    <a:lstStyle/>
                    <a:p>
                      <a:r>
                        <a:rPr lang="en-US" sz="1100" dirty="0"/>
                        <a:t>Machine Learning, Deep Learning, Predictive Models, Clinical Decision Support Systems</a:t>
                      </a:r>
                    </a:p>
                  </a:txBody>
                  <a:tcPr marL="89852" marR="89852" marT="44926" marB="44926"/>
                </a:tc>
                <a:extLst>
                  <a:ext uri="{0D108BD9-81ED-4DB2-BD59-A6C34878D82A}">
                    <a16:rowId xmlns:a16="http://schemas.microsoft.com/office/drawing/2014/main" val="2514516334"/>
                  </a:ext>
                </a:extLst>
              </a:tr>
              <a:tr h="714266">
                <a:tc>
                  <a:txBody>
                    <a:bodyPr/>
                    <a:lstStyle/>
                    <a:p>
                      <a:pPr algn="just"/>
                      <a:r>
                        <a:rPr lang="en-IN" sz="1200" b="1" dirty="0"/>
                        <a:t>Methodology</a:t>
                      </a:r>
                    </a:p>
                  </a:txBody>
                  <a:tcPr marL="89852" marR="89852" marT="44926" marB="44926"/>
                </a:tc>
                <a:tc>
                  <a:txBody>
                    <a:bodyPr/>
                    <a:lstStyle/>
                    <a:p>
                      <a:pPr algn="just"/>
                      <a:r>
                        <a:rPr lang="en-GB" sz="1100"/>
                        <a:t>The study adopts a structured literature-based approach to examine existing AI applications in emergency medicine, analyze how these systems work and are validated, and explore the practical, ethical, and legal challenges associated with their real-world implementation.</a:t>
                      </a:r>
                      <a:endParaRPr lang="en-IN" sz="1100" dirty="0"/>
                    </a:p>
                  </a:txBody>
                  <a:tcPr marL="89852" marR="89852" marT="44926" marB="44926"/>
                </a:tc>
                <a:tc>
                  <a:txBody>
                    <a:bodyPr/>
                    <a:lstStyle/>
                    <a:p>
                      <a:pPr algn="just"/>
                      <a:r>
                        <a:rPr lang="en-US" sz="1100" dirty="0"/>
                        <a:t>The study uses a structured scoping review method where multiple research papers on AI triage were analyzed and compared to understand performance and effectiveness.</a:t>
                      </a:r>
                      <a:endParaRPr lang="en-IN" sz="1100" dirty="0"/>
                    </a:p>
                  </a:txBody>
                  <a:tcPr marL="89852" marR="89852" marT="44926" marB="44926"/>
                </a:tc>
                <a:extLst>
                  <a:ext uri="{0D108BD9-81ED-4DB2-BD59-A6C34878D82A}">
                    <a16:rowId xmlns:a16="http://schemas.microsoft.com/office/drawing/2014/main" val="2073586507"/>
                  </a:ext>
                </a:extLst>
              </a:tr>
              <a:tr h="714266">
                <a:tc>
                  <a:txBody>
                    <a:bodyPr/>
                    <a:lstStyle/>
                    <a:p>
                      <a:pPr algn="just"/>
                      <a:r>
                        <a:rPr lang="en-IN" sz="1200" b="1" dirty="0"/>
                        <a:t>Novelty</a:t>
                      </a:r>
                    </a:p>
                  </a:txBody>
                  <a:tcPr marL="89852" marR="89852" marT="44926" marB="44926"/>
                </a:tc>
                <a:tc>
                  <a:txBody>
                    <a:bodyPr/>
                    <a:lstStyle/>
                    <a:p>
                      <a:pPr algn="just"/>
                      <a:r>
                        <a:rPr lang="en-GB" sz="1100"/>
                        <a:t>The novelty of this paper lies in its comprehensive coverage of AI applications across the entire emergency care workflow, while introducing the digital hospital concept and emphasizing the importance of explainable, fair, and practically deployable AI systems in real-world healthcare settings</a:t>
                      </a:r>
                      <a:endParaRPr lang="en-IN" sz="1100" dirty="0"/>
                    </a:p>
                  </a:txBody>
                  <a:tcPr marL="89852" marR="89852" marT="44926" marB="4492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t>This paper shows that AI can improve triage accuracy and reduce human errors by analyzing large patient data quickly and efficiently.</a:t>
                      </a:r>
                    </a:p>
                    <a:p>
                      <a:pPr algn="just"/>
                      <a:endParaRPr lang="en-IN" sz="1100" dirty="0"/>
                    </a:p>
                  </a:txBody>
                  <a:tcPr marL="89852" marR="89852" marT="44926" marB="44926"/>
                </a:tc>
                <a:extLst>
                  <a:ext uri="{0D108BD9-81ED-4DB2-BD59-A6C34878D82A}">
                    <a16:rowId xmlns:a16="http://schemas.microsoft.com/office/drawing/2014/main" val="1945095857"/>
                  </a:ext>
                </a:extLst>
              </a:tr>
              <a:tr h="871732">
                <a:tc>
                  <a:txBody>
                    <a:bodyPr/>
                    <a:lstStyle/>
                    <a:p>
                      <a:pPr algn="just"/>
                      <a:r>
                        <a:rPr lang="en-IN" sz="1200" b="1" dirty="0"/>
                        <a:t>Result</a:t>
                      </a:r>
                    </a:p>
                  </a:txBody>
                  <a:tcPr marL="89852" marR="89852" marT="44926" marB="44926"/>
                </a:tc>
                <a:tc>
                  <a:txBody>
                    <a:bodyPr/>
                    <a:lstStyle/>
                    <a:p>
                      <a:pPr algn="just"/>
                      <a:r>
                        <a:rPr lang="en-GB" sz="1100" dirty="0"/>
                        <a:t>• AI improves triage accuracy and speeds up emergency detection, with some systems outperforming human response in critical cases.</a:t>
                      </a:r>
                    </a:p>
                    <a:p>
                      <a:pPr algn="just"/>
                      <a:r>
                        <a:rPr lang="en-GB" sz="1100" dirty="0"/>
                        <a:t>• However, real-world validation remains limited, and ethical as well as bias-related concerns must be carefully addressed for safe deployment.</a:t>
                      </a:r>
                    </a:p>
                  </a:txBody>
                  <a:tcPr marL="89852" marR="89852" marT="44926" marB="4492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100" dirty="0"/>
                        <a:t>AI improved patient risk prediction, severity detection, and triage accuracy. It also helped in early diagnosis, better resource management, and improved patient care quality.</a:t>
                      </a:r>
                    </a:p>
                    <a:p>
                      <a:pPr algn="just"/>
                      <a:endParaRPr lang="en-IN" sz="1100" dirty="0"/>
                    </a:p>
                  </a:txBody>
                  <a:tcPr marL="89852" marR="89852" marT="44926" marB="44926"/>
                </a:tc>
                <a:extLst>
                  <a:ext uri="{0D108BD9-81ED-4DB2-BD59-A6C34878D82A}">
                    <a16:rowId xmlns:a16="http://schemas.microsoft.com/office/drawing/2014/main" val="1406870061"/>
                  </a:ext>
                </a:extLst>
              </a:tr>
            </a:tbl>
          </a:graphicData>
        </a:graphic>
      </p:graphicFrame>
    </p:spTree>
    <p:extLst>
      <p:ext uri="{BB962C8B-B14F-4D97-AF65-F5344CB8AC3E}">
        <p14:creationId xmlns:p14="http://schemas.microsoft.com/office/powerpoint/2010/main" val="2179978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66E82-B285-9D09-851F-41807BC88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B3C8A1-4AAE-1FDD-18A4-C1715A06E617}"/>
              </a:ext>
            </a:extLst>
          </p:cNvPr>
          <p:cNvSpPr>
            <a:spLocks noGrp="1"/>
          </p:cNvSpPr>
          <p:nvPr>
            <p:ph type="title"/>
          </p:nvPr>
        </p:nvSpPr>
        <p:spPr>
          <a:xfrm>
            <a:off x="949476" y="161365"/>
            <a:ext cx="9969536" cy="580315"/>
          </a:xfrm>
        </p:spPr>
        <p:txBody>
          <a:bodyPr anchor="b">
            <a:normAutofit/>
          </a:bodyPr>
          <a:lstStyle/>
          <a:p>
            <a:r>
              <a:rPr lang="en-IN" sz="3200" b="1" dirty="0"/>
              <a:t>LITERATURE REVIEW –  Shantanu</a:t>
            </a:r>
          </a:p>
        </p:txBody>
      </p:sp>
      <p:graphicFrame>
        <p:nvGraphicFramePr>
          <p:cNvPr id="4" name="Content Placeholder 3">
            <a:extLst>
              <a:ext uri="{FF2B5EF4-FFF2-40B4-BE49-F238E27FC236}">
                <a16:creationId xmlns:a16="http://schemas.microsoft.com/office/drawing/2014/main" id="{B8EDF7D1-F9CA-2550-C209-468937A67923}"/>
              </a:ext>
            </a:extLst>
          </p:cNvPr>
          <p:cNvGraphicFramePr>
            <a:graphicFrameLocks noGrp="1"/>
          </p:cNvGraphicFramePr>
          <p:nvPr>
            <p:ph idx="1"/>
            <p:extLst>
              <p:ext uri="{D42A27DB-BD31-4B8C-83A1-F6EECF244321}">
                <p14:modId xmlns:p14="http://schemas.microsoft.com/office/powerpoint/2010/main" val="2394168726"/>
              </p:ext>
            </p:extLst>
          </p:nvPr>
        </p:nvGraphicFramePr>
        <p:xfrm>
          <a:off x="540135" y="741680"/>
          <a:ext cx="11111729" cy="5719741"/>
        </p:xfrm>
        <a:graphic>
          <a:graphicData uri="http://schemas.openxmlformats.org/drawingml/2006/table">
            <a:tbl>
              <a:tblPr firstRow="1" bandRow="1">
                <a:tableStyleId>{5C22544A-7EE6-4342-B048-85BDC9FD1C3A}</a:tableStyleId>
              </a:tblPr>
              <a:tblGrid>
                <a:gridCol w="1496563">
                  <a:extLst>
                    <a:ext uri="{9D8B030D-6E8A-4147-A177-3AD203B41FA5}">
                      <a16:colId xmlns:a16="http://schemas.microsoft.com/office/drawing/2014/main" val="3029351234"/>
                    </a:ext>
                  </a:extLst>
                </a:gridCol>
                <a:gridCol w="4798843">
                  <a:extLst>
                    <a:ext uri="{9D8B030D-6E8A-4147-A177-3AD203B41FA5}">
                      <a16:colId xmlns:a16="http://schemas.microsoft.com/office/drawing/2014/main" val="704337426"/>
                    </a:ext>
                  </a:extLst>
                </a:gridCol>
                <a:gridCol w="4816323">
                  <a:extLst>
                    <a:ext uri="{9D8B030D-6E8A-4147-A177-3AD203B41FA5}">
                      <a16:colId xmlns:a16="http://schemas.microsoft.com/office/drawing/2014/main" val="4163358804"/>
                    </a:ext>
                  </a:extLst>
                </a:gridCol>
              </a:tblGrid>
              <a:tr h="380553">
                <a:tc>
                  <a:txBody>
                    <a:bodyPr/>
                    <a:lstStyle/>
                    <a:p>
                      <a:pPr algn="just"/>
                      <a:r>
                        <a:rPr lang="en-IN" sz="1100"/>
                        <a:t>TITLE OF PAPER</a:t>
                      </a:r>
                      <a:endParaRPr lang="en-IN" sz="1100" dirty="0"/>
                    </a:p>
                  </a:txBody>
                  <a:tcPr marL="89852" marR="89852" marT="44926" marB="44926"/>
                </a:tc>
                <a:tc>
                  <a:txBody>
                    <a:bodyPr/>
                    <a:lstStyle/>
                    <a:p>
                      <a:pPr algn="just"/>
                      <a:r>
                        <a:rPr lang="en-IN" sz="1100"/>
                        <a:t>REFRENCE PAPER 1</a:t>
                      </a:r>
                      <a:endParaRPr lang="en-IN" sz="1100" dirty="0"/>
                    </a:p>
                  </a:txBody>
                  <a:tcPr marL="89852" marR="89852" marT="44926" marB="44926"/>
                </a:tc>
                <a:tc>
                  <a:txBody>
                    <a:bodyPr/>
                    <a:lstStyle/>
                    <a:p>
                      <a:pPr algn="just"/>
                      <a:r>
                        <a:rPr lang="en-IN" sz="1100"/>
                        <a:t> REFRENCE PAPER 2</a:t>
                      </a:r>
                      <a:endParaRPr lang="en-IN" sz="1100" dirty="0"/>
                    </a:p>
                  </a:txBody>
                  <a:tcPr marL="89852" marR="89852" marT="44926" marB="44926"/>
                </a:tc>
                <a:extLst>
                  <a:ext uri="{0D108BD9-81ED-4DB2-BD59-A6C34878D82A}">
                    <a16:rowId xmlns:a16="http://schemas.microsoft.com/office/drawing/2014/main" val="3809195919"/>
                  </a:ext>
                </a:extLst>
              </a:tr>
              <a:tr h="421320">
                <a:tc>
                  <a:txBody>
                    <a:bodyPr/>
                    <a:lstStyle/>
                    <a:p>
                      <a:pPr algn="just"/>
                      <a:r>
                        <a:rPr lang="en-IN" sz="1200" b="1"/>
                        <a:t>Title of Paper</a:t>
                      </a:r>
                      <a:endParaRPr lang="en-IN" sz="1200" b="1" dirty="0"/>
                    </a:p>
                  </a:txBody>
                  <a:tcPr marL="89852" marR="89852" marT="44926" marB="44926"/>
                </a:tc>
                <a:tc>
                  <a:txBody>
                    <a:bodyPr/>
                    <a:lstStyle/>
                    <a:p>
                      <a:pPr algn="just"/>
                      <a:r>
                        <a:rPr lang="en-US" sz="1100" dirty="0"/>
                        <a:t>Patients' Perspectives on the Data Confidentiality, Privacy, and Security of mHealth Apps: Systematic Review</a:t>
                      </a:r>
                      <a:endParaRPr lang="en-IN" sz="1100" dirty="0"/>
                    </a:p>
                  </a:txBody>
                  <a:tcPr marL="89852" marR="89852" marT="44926" marB="44926"/>
                </a:tc>
                <a:tc>
                  <a:txBody>
                    <a:bodyPr/>
                    <a:lstStyle/>
                    <a:p>
                      <a:pPr algn="just"/>
                      <a:r>
                        <a:rPr lang="en-US" sz="1100" dirty="0"/>
                        <a:t>How Telemedicine Is Improving Patient Outcomes and Expanding Access to Care</a:t>
                      </a:r>
                      <a:endParaRPr lang="en-IN" sz="1100" dirty="0"/>
                    </a:p>
                  </a:txBody>
                  <a:tcPr marL="89852" marR="89852" marT="44926" marB="44926"/>
                </a:tc>
                <a:extLst>
                  <a:ext uri="{0D108BD9-81ED-4DB2-BD59-A6C34878D82A}">
                    <a16:rowId xmlns:a16="http://schemas.microsoft.com/office/drawing/2014/main" val="324098785"/>
                  </a:ext>
                </a:extLst>
              </a:tr>
              <a:tr h="309472">
                <a:tc>
                  <a:txBody>
                    <a:bodyPr/>
                    <a:lstStyle/>
                    <a:p>
                      <a:pPr algn="just"/>
                      <a:r>
                        <a:rPr lang="en-IN" sz="1200" b="1"/>
                        <a:t>Featuring Journal</a:t>
                      </a:r>
                      <a:endParaRPr lang="en-IN" sz="1200" b="1" dirty="0"/>
                    </a:p>
                  </a:txBody>
                  <a:tcPr marL="89852" marR="89852" marT="44926" marB="44926"/>
                </a:tc>
                <a:tc>
                  <a:txBody>
                    <a:bodyPr/>
                    <a:lstStyle/>
                    <a:p>
                      <a:pPr algn="just"/>
                      <a:r>
                        <a:rPr lang="en-US" sz="1100" dirty="0"/>
                        <a:t>Journal of Medical Internet Research.</a:t>
                      </a:r>
                      <a:endParaRPr lang="en-IN" sz="1100" dirty="0"/>
                    </a:p>
                  </a:txBody>
                  <a:tcPr marL="89852" marR="89852" marT="44926" marB="44926"/>
                </a:tc>
                <a:tc>
                  <a:txBody>
                    <a:bodyPr/>
                    <a:lstStyle/>
                    <a:p>
                      <a:pPr algn="just"/>
                      <a:r>
                        <a:rPr lang="en-IN" sz="1100" dirty="0" err="1"/>
                        <a:t>Cureus</a:t>
                      </a:r>
                      <a:endParaRPr lang="en-IN" sz="1100" dirty="0"/>
                    </a:p>
                  </a:txBody>
                  <a:tcPr marL="89852" marR="89852" marT="44926" marB="44926"/>
                </a:tc>
                <a:extLst>
                  <a:ext uri="{0D108BD9-81ED-4DB2-BD59-A6C34878D82A}">
                    <a16:rowId xmlns:a16="http://schemas.microsoft.com/office/drawing/2014/main" val="3314224096"/>
                  </a:ext>
                </a:extLst>
              </a:tr>
              <a:tr h="560396">
                <a:tc>
                  <a:txBody>
                    <a:bodyPr/>
                    <a:lstStyle/>
                    <a:p>
                      <a:pPr algn="just"/>
                      <a:r>
                        <a:rPr lang="en-IN" sz="1200" b="1"/>
                        <a:t>Year of publication</a:t>
                      </a:r>
                    </a:p>
                    <a:p>
                      <a:pPr algn="just"/>
                      <a:r>
                        <a:rPr lang="en-IN" sz="1200" b="1"/>
                        <a:t>Authors</a:t>
                      </a:r>
                      <a:endParaRPr lang="en-IN" sz="1200" b="1" dirty="0"/>
                    </a:p>
                  </a:txBody>
                  <a:tcPr marL="89852" marR="89852" marT="44926" marB="44926"/>
                </a:tc>
                <a:tc>
                  <a:txBody>
                    <a:bodyPr/>
                    <a:lstStyle/>
                    <a:p>
                      <a:pPr algn="just"/>
                      <a:r>
                        <a:rPr lang="en-IN" sz="1100" dirty="0"/>
                        <a:t>2024 </a:t>
                      </a:r>
                      <a:r>
                        <a:rPr lang="en-US" sz="1100" dirty="0"/>
                        <a:t> Nasser </a:t>
                      </a:r>
                      <a:r>
                        <a:rPr lang="en-US" sz="1100" dirty="0" err="1"/>
                        <a:t>Alhammad</a:t>
                      </a:r>
                      <a:r>
                        <a:rPr lang="en-US" sz="1100" dirty="0"/>
                        <a:t>, Mohannad Alajlani, Alaa Abd-</a:t>
                      </a:r>
                      <a:r>
                        <a:rPr lang="en-US" sz="1100" dirty="0" err="1"/>
                        <a:t>alrazaq</a:t>
                      </a:r>
                      <a:r>
                        <a:rPr lang="en-US" sz="1100" dirty="0"/>
                        <a:t>, Gregory </a:t>
                      </a:r>
                      <a:r>
                        <a:rPr lang="en-US" sz="1100" dirty="0" err="1"/>
                        <a:t>Epiphaniou</a:t>
                      </a:r>
                      <a:r>
                        <a:rPr lang="en-US" sz="1100" dirty="0"/>
                        <a:t>, and Theodoros Arvanitis</a:t>
                      </a:r>
                      <a:endParaRPr lang="en-IN" sz="1100" dirty="0"/>
                    </a:p>
                  </a:txBody>
                  <a:tcPr marL="89852" marR="89852" marT="44926" marB="44926"/>
                </a:tc>
                <a:tc>
                  <a:txBody>
                    <a:bodyPr/>
                    <a:lstStyle/>
                    <a:p>
                      <a:pPr algn="just"/>
                      <a:r>
                        <a:rPr lang="en-IN" sz="1100" dirty="0"/>
                        <a:t>2024 </a:t>
                      </a:r>
                      <a:r>
                        <a:rPr lang="en-US" sz="1100" dirty="0"/>
                        <a:t>Victor C. </a:t>
                      </a:r>
                      <a:r>
                        <a:rPr lang="en-US" sz="1100" dirty="0" err="1"/>
                        <a:t>Ezeamii</a:t>
                      </a:r>
                      <a:r>
                        <a:rPr lang="en-US" sz="1100" dirty="0"/>
                        <a:t>, </a:t>
                      </a:r>
                      <a:r>
                        <a:rPr lang="en-US" sz="1100" dirty="0" err="1"/>
                        <a:t>Okelue</a:t>
                      </a:r>
                      <a:r>
                        <a:rPr lang="en-US" sz="1100" dirty="0"/>
                        <a:t> E. </a:t>
                      </a:r>
                      <a:r>
                        <a:rPr lang="en-US" sz="1100" dirty="0" err="1"/>
                        <a:t>Okob</a:t>
                      </a:r>
                      <a:endParaRPr lang="en-IN" sz="1100" dirty="0"/>
                    </a:p>
                  </a:txBody>
                  <a:tcPr marL="89852" marR="89852" marT="44926" marB="44926"/>
                </a:tc>
                <a:extLst>
                  <a:ext uri="{0D108BD9-81ED-4DB2-BD59-A6C34878D82A}">
                    <a16:rowId xmlns:a16="http://schemas.microsoft.com/office/drawing/2014/main" val="1786470009"/>
                  </a:ext>
                </a:extLst>
              </a:tr>
              <a:tr h="709118">
                <a:tc>
                  <a:txBody>
                    <a:bodyPr/>
                    <a:lstStyle/>
                    <a:p>
                      <a:pPr algn="just"/>
                      <a:r>
                        <a:rPr lang="en-IN" sz="1200" b="1"/>
                        <a:t>Objectives</a:t>
                      </a:r>
                      <a:endParaRPr lang="en-IN" sz="1200" b="1" dirty="0"/>
                    </a:p>
                  </a:txBody>
                  <a:tcPr marL="89852" marR="89852" marT="44926" marB="44926"/>
                </a:tc>
                <a:tc>
                  <a:txBody>
                    <a:bodyPr/>
                    <a:lstStyle/>
                    <a:p>
                      <a:pPr algn="just"/>
                      <a:r>
                        <a:rPr lang="en-US" sz="1100" dirty="0"/>
                        <a:t>The researchers basically wanted to figure out how patients feel about their private info being collected by health apps on their phones. They wanted to know if people actually trust these apps with their medical data.</a:t>
                      </a:r>
                      <a:endParaRPr lang="en-IN" sz="1100" dirty="0"/>
                    </a:p>
                  </a:txBody>
                  <a:tcPr marL="89852" marR="89852" marT="44926" marB="44926"/>
                </a:tc>
                <a:tc>
                  <a:txBody>
                    <a:bodyPr/>
                    <a:lstStyle/>
                    <a:p>
                      <a:pPr algn="just"/>
                      <a:r>
                        <a:rPr lang="en-US" sz="1100" dirty="0"/>
                        <a:t>They wanted to see if telemedicine (like video-calling your doctor) actually makes patients healthier and helps more people get the care they need easily</a:t>
                      </a:r>
                      <a:endParaRPr lang="en-IN" sz="1100" dirty="0"/>
                    </a:p>
                  </a:txBody>
                  <a:tcPr marL="89852" marR="89852" marT="44926" marB="44926"/>
                </a:tc>
                <a:extLst>
                  <a:ext uri="{0D108BD9-81ED-4DB2-BD59-A6C34878D82A}">
                    <a16:rowId xmlns:a16="http://schemas.microsoft.com/office/drawing/2014/main" val="3058473310"/>
                  </a:ext>
                </a:extLst>
              </a:tr>
              <a:tr h="550914">
                <a:tc>
                  <a:txBody>
                    <a:bodyPr/>
                    <a:lstStyle/>
                    <a:p>
                      <a:pPr algn="just"/>
                      <a:r>
                        <a:rPr lang="en-IN" sz="1200" b="1"/>
                        <a:t>Technology</a:t>
                      </a:r>
                      <a:endParaRPr lang="en-IN" sz="1200" b="1" dirty="0"/>
                    </a:p>
                  </a:txBody>
                  <a:tcPr marL="89852" marR="89852" marT="44926" marB="44926"/>
                </a:tc>
                <a:tc>
                  <a:txBody>
                    <a:bodyPr/>
                    <a:lstStyle/>
                    <a:p>
                      <a:pPr algn="just"/>
                      <a:r>
                        <a:rPr lang="en-US" sz="1100" dirty="0"/>
                        <a:t>Mobile health apps and smartphones</a:t>
                      </a:r>
                      <a:endParaRPr lang="en-IN" sz="1100" dirty="0"/>
                    </a:p>
                  </a:txBody>
                  <a:tcPr marL="89852" marR="89852" marT="44926" marB="44926"/>
                </a:tc>
                <a:tc>
                  <a:txBody>
                    <a:bodyPr/>
                    <a:lstStyle/>
                    <a:p>
                      <a:pPr algn="just"/>
                      <a:r>
                        <a:rPr lang="en-US" sz="1100" dirty="0"/>
                        <a:t>Telemedicine, which includes things like live video consultations, remote health tracking, and mobile health apps</a:t>
                      </a:r>
                      <a:endParaRPr lang="en-IN" sz="1100" dirty="0"/>
                    </a:p>
                  </a:txBody>
                  <a:tcPr marL="89852" marR="89852" marT="44926" marB="44926"/>
                </a:tc>
                <a:extLst>
                  <a:ext uri="{0D108BD9-81ED-4DB2-BD59-A6C34878D82A}">
                    <a16:rowId xmlns:a16="http://schemas.microsoft.com/office/drawing/2014/main" val="2514516334"/>
                  </a:ext>
                </a:extLst>
              </a:tr>
              <a:tr h="737184">
                <a:tc>
                  <a:txBody>
                    <a:bodyPr/>
                    <a:lstStyle/>
                    <a:p>
                      <a:pPr algn="just"/>
                      <a:r>
                        <a:rPr lang="en-IN" sz="1200" b="1"/>
                        <a:t>Methodology</a:t>
                      </a:r>
                      <a:endParaRPr lang="en-IN" sz="1200" b="1" dirty="0"/>
                    </a:p>
                  </a:txBody>
                  <a:tcPr marL="89852" marR="89852" marT="44926" marB="44926"/>
                </a:tc>
                <a:tc>
                  <a:txBody>
                    <a:bodyPr/>
                    <a:lstStyle/>
                    <a:p>
                      <a:pPr algn="just"/>
                      <a:r>
                        <a:rPr lang="en-US" sz="1100" dirty="0"/>
                        <a:t>The team did a massive deep dive into existing research (a systematic review) using a strict method called PRISMA. They searched huge online databases like PubMed and ScienceDirect to find relevant articles written between 2014 and 2022</a:t>
                      </a:r>
                      <a:endParaRPr lang="en-IN" sz="1100" dirty="0"/>
                    </a:p>
                  </a:txBody>
                  <a:tcPr marL="89852" marR="89852" marT="44926" marB="44926"/>
                </a:tc>
                <a:tc>
                  <a:txBody>
                    <a:bodyPr/>
                    <a:lstStyle/>
                    <a:p>
                      <a:pPr algn="just"/>
                      <a:r>
                        <a:rPr lang="en-US" sz="1100" dirty="0"/>
                        <a:t>Just like the first paper, they did a big systematic review covering both number-heavy (quantitative) and interview-based (qualitative) studies. They searched through online databases using specific keywords to find the best articles</a:t>
                      </a:r>
                      <a:endParaRPr lang="en-IN" sz="1100" dirty="0"/>
                    </a:p>
                  </a:txBody>
                  <a:tcPr marL="89852" marR="89852" marT="44926" marB="44926"/>
                </a:tc>
                <a:extLst>
                  <a:ext uri="{0D108BD9-81ED-4DB2-BD59-A6C34878D82A}">
                    <a16:rowId xmlns:a16="http://schemas.microsoft.com/office/drawing/2014/main" val="2073586507"/>
                  </a:ext>
                </a:extLst>
              </a:tr>
              <a:tr h="718879">
                <a:tc>
                  <a:txBody>
                    <a:bodyPr/>
                    <a:lstStyle/>
                    <a:p>
                      <a:pPr algn="just"/>
                      <a:r>
                        <a:rPr lang="en-IN" sz="1200" b="1"/>
                        <a:t>Novelty</a:t>
                      </a:r>
                      <a:endParaRPr lang="en-IN" sz="1200" b="1" dirty="0"/>
                    </a:p>
                  </a:txBody>
                  <a:tcPr marL="89852" marR="89852" marT="44926" marB="44926"/>
                </a:tc>
                <a:tc>
                  <a:txBody>
                    <a:bodyPr/>
                    <a:lstStyle/>
                    <a:p>
                      <a:pPr algn="just"/>
                      <a:r>
                        <a:rPr lang="en-US" sz="1100" dirty="0"/>
                        <a:t>Nobody had really done a huge, comprehensive review focusing </a:t>
                      </a:r>
                      <a:r>
                        <a:rPr lang="en-US" sz="1100" i="1" dirty="0"/>
                        <a:t>just</a:t>
                      </a:r>
                      <a:r>
                        <a:rPr lang="en-US" sz="1100" dirty="0"/>
                        <a:t> on the patients' point of view regarding health app privacy in almost ten years. So, this study fills a big gap in what we know</a:t>
                      </a:r>
                      <a:endParaRPr lang="en-IN" sz="1100" dirty="0"/>
                    </a:p>
                  </a:txBody>
                  <a:tcPr marL="89852" marR="89852" marT="44926" marB="44926"/>
                </a:tc>
                <a:tc>
                  <a:txBody>
                    <a:bodyPr/>
                    <a:lstStyle/>
                    <a:p>
                      <a:pPr algn="just"/>
                      <a:r>
                        <a:rPr lang="en-US" sz="1100" dirty="0"/>
                        <a:t>It gives a super updated look at how things changed because of COVID-19, which basically forced everyone to start using telemedicine. It also talks about how doctors need to adapt to make this digital care a permanent part of normal healthcare</a:t>
                      </a:r>
                      <a:endParaRPr lang="en-IN" sz="1100" dirty="0"/>
                    </a:p>
                  </a:txBody>
                  <a:tcPr marL="89852" marR="89852" marT="44926" marB="44926"/>
                </a:tc>
                <a:extLst>
                  <a:ext uri="{0D108BD9-81ED-4DB2-BD59-A6C34878D82A}">
                    <a16:rowId xmlns:a16="http://schemas.microsoft.com/office/drawing/2014/main" val="1945095857"/>
                  </a:ext>
                </a:extLst>
              </a:tr>
              <a:tr h="718879">
                <a:tc>
                  <a:txBody>
                    <a:bodyPr/>
                    <a:lstStyle/>
                    <a:p>
                      <a:pPr algn="just"/>
                      <a:r>
                        <a:rPr lang="en-IN" sz="1200" b="1"/>
                        <a:t>Result</a:t>
                      </a:r>
                      <a:endParaRPr lang="en-IN" sz="1200" b="1" dirty="0"/>
                    </a:p>
                  </a:txBody>
                  <a:tcPr marL="89852" marR="89852" marT="44926" marB="44926"/>
                </a:tc>
                <a:tc>
                  <a:txBody>
                    <a:bodyPr/>
                    <a:lstStyle/>
                    <a:p>
                      <a:pPr algn="just"/>
                      <a:r>
                        <a:rPr lang="en-US" sz="1100" dirty="0"/>
                        <a:t>After looking at 33 articles, they found that people have pretty mixed feelings. A lot of people are worried about their data getting leaked, especially older folks, people who make more money, or those who have had their data breached before. But, the researchers also found that people would be way more willing to use these apps if the developers proved they were protecting personal data, kept specific medical conditions hidden from the main screen, and offered a quick tutorial on how their security actually works</a:t>
                      </a:r>
                      <a:endParaRPr lang="en-GB" sz="1100" dirty="0"/>
                    </a:p>
                  </a:txBody>
                  <a:tcPr marL="89852" marR="89852" marT="44926" marB="44926"/>
                </a:tc>
                <a:tc>
                  <a:txBody>
                    <a:bodyPr/>
                    <a:lstStyle/>
                    <a:p>
                      <a:pPr algn="just"/>
                      <a:r>
                        <a:rPr lang="en-US" sz="1100" dirty="0"/>
                        <a:t>Telemedicine is a total game-changer, especially for people managing chronic issues like diabetes. It helps patients stay on top of their health (like keeping their blood sugar levels in check) and actually saves them money. It's also awesome because people don't have to travel far to see a specialist, and being able to just hop on a quick phone or video call means fewer people are skipping out on their doctor's appointments</a:t>
                      </a:r>
                      <a:endParaRPr lang="en-IN" sz="1100" dirty="0"/>
                    </a:p>
                  </a:txBody>
                  <a:tcPr marL="89852" marR="89852" marT="44926" marB="44926"/>
                </a:tc>
                <a:extLst>
                  <a:ext uri="{0D108BD9-81ED-4DB2-BD59-A6C34878D82A}">
                    <a16:rowId xmlns:a16="http://schemas.microsoft.com/office/drawing/2014/main" val="1406870061"/>
                  </a:ext>
                </a:extLst>
              </a:tr>
            </a:tbl>
          </a:graphicData>
        </a:graphic>
      </p:graphicFrame>
    </p:spTree>
    <p:extLst>
      <p:ext uri="{BB962C8B-B14F-4D97-AF65-F5344CB8AC3E}">
        <p14:creationId xmlns:p14="http://schemas.microsoft.com/office/powerpoint/2010/main" val="3020374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48BCAA-513C-CE63-B903-5612A8FF0C2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92DC849-87C7-A122-CAD3-04D69BCF6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F2981188-E0B6-8833-3FB2-A26689EB1A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51DB3707-90BF-3760-8700-DAEE89C29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FEC1093-793F-2F73-0160-0F039F8737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668D693A-1018-22E2-844E-AA132E375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E0DF28-E278-883E-B9F4-28D8AA910769}"/>
              </a:ext>
            </a:extLst>
          </p:cNvPr>
          <p:cNvSpPr>
            <a:spLocks noGrp="1"/>
          </p:cNvSpPr>
          <p:nvPr>
            <p:ph type="title"/>
          </p:nvPr>
        </p:nvSpPr>
        <p:spPr>
          <a:xfrm>
            <a:off x="1106599" y="202248"/>
            <a:ext cx="9855443" cy="875842"/>
          </a:xfrm>
        </p:spPr>
        <p:txBody>
          <a:bodyPr anchor="b">
            <a:normAutofit/>
          </a:bodyPr>
          <a:lstStyle/>
          <a:p>
            <a:pPr algn="ctr"/>
            <a:r>
              <a:rPr lang="en-IN" b="1" dirty="0"/>
              <a:t>Key Insights from Research</a:t>
            </a:r>
          </a:p>
        </p:txBody>
      </p:sp>
      <p:graphicFrame>
        <p:nvGraphicFramePr>
          <p:cNvPr id="7" name="Content Placeholder 2">
            <a:extLst>
              <a:ext uri="{FF2B5EF4-FFF2-40B4-BE49-F238E27FC236}">
                <a16:creationId xmlns:a16="http://schemas.microsoft.com/office/drawing/2014/main" id="{55B90CB2-0F61-B1DE-95C5-871A4B6FD99B}"/>
              </a:ext>
            </a:extLst>
          </p:cNvPr>
          <p:cNvGraphicFramePr>
            <a:graphicFrameLocks noGrp="1"/>
          </p:cNvGraphicFramePr>
          <p:nvPr>
            <p:ph idx="1"/>
            <p:extLst>
              <p:ext uri="{D42A27DB-BD31-4B8C-83A1-F6EECF244321}">
                <p14:modId xmlns:p14="http://schemas.microsoft.com/office/powerpoint/2010/main" val="2940793410"/>
              </p:ext>
            </p:extLst>
          </p:nvPr>
        </p:nvGraphicFramePr>
        <p:xfrm>
          <a:off x="862439" y="1280338"/>
          <a:ext cx="10552321" cy="4540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2441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CA00E-E43E-B77E-0E54-DD79688E6A2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9E29747F-0228-D1B8-FF99-662127FD7CD0}"/>
              </a:ext>
            </a:extLst>
          </p:cNvPr>
          <p:cNvSpPr/>
          <p:nvPr/>
        </p:nvSpPr>
        <p:spPr>
          <a:xfrm>
            <a:off x="228600" y="-13447"/>
            <a:ext cx="537882" cy="598394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075AAF-2ABE-8929-BBF2-3469973A4044}"/>
              </a:ext>
            </a:extLst>
          </p:cNvPr>
          <p:cNvSpPr>
            <a:spLocks noGrp="1"/>
          </p:cNvSpPr>
          <p:nvPr>
            <p:ph type="title"/>
          </p:nvPr>
        </p:nvSpPr>
        <p:spPr>
          <a:xfrm>
            <a:off x="731000" y="131869"/>
            <a:ext cx="9969536" cy="580315"/>
          </a:xfrm>
        </p:spPr>
        <p:txBody>
          <a:bodyPr anchor="b">
            <a:normAutofit/>
          </a:bodyPr>
          <a:lstStyle/>
          <a:p>
            <a:r>
              <a:rPr lang="en-US" sz="3200" b="1" dirty="0"/>
              <a:t>AI-Based Healthcare Consistency System (</a:t>
            </a:r>
            <a:r>
              <a:rPr lang="en-US" sz="3200" b="1" dirty="0" err="1"/>
              <a:t>HealthLink</a:t>
            </a:r>
            <a:r>
              <a:rPr lang="en-US" sz="3200" b="1" dirty="0"/>
              <a:t>)</a:t>
            </a:r>
            <a:endParaRPr lang="en-IN" sz="3200" b="1" dirty="0"/>
          </a:p>
        </p:txBody>
      </p:sp>
      <p:sp>
        <p:nvSpPr>
          <p:cNvPr id="14" name="Rectangle 13">
            <a:extLst>
              <a:ext uri="{FF2B5EF4-FFF2-40B4-BE49-F238E27FC236}">
                <a16:creationId xmlns:a16="http://schemas.microsoft.com/office/drawing/2014/main" id="{AE7FFE25-8395-3713-400B-83B9CBFA912C}"/>
              </a:ext>
            </a:extLst>
          </p:cNvPr>
          <p:cNvSpPr/>
          <p:nvPr/>
        </p:nvSpPr>
        <p:spPr>
          <a:xfrm>
            <a:off x="215153" y="6048935"/>
            <a:ext cx="537882" cy="298077"/>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11">
            <a:extLst>
              <a:ext uri="{FF2B5EF4-FFF2-40B4-BE49-F238E27FC236}">
                <a16:creationId xmlns:a16="http://schemas.microsoft.com/office/drawing/2014/main" id="{0E3EB894-4700-677F-D9DC-6192C51C266F}"/>
              </a:ext>
            </a:extLst>
          </p:cNvPr>
          <p:cNvGraphicFramePr>
            <a:graphicFrameLocks noGrp="1"/>
          </p:cNvGraphicFramePr>
          <p:nvPr>
            <p:ph idx="1"/>
            <p:extLst>
              <p:ext uri="{D42A27DB-BD31-4B8C-83A1-F6EECF244321}">
                <p14:modId xmlns:p14="http://schemas.microsoft.com/office/powerpoint/2010/main" val="1222932615"/>
              </p:ext>
            </p:extLst>
          </p:nvPr>
        </p:nvGraphicFramePr>
        <p:xfrm>
          <a:off x="484094" y="712184"/>
          <a:ext cx="11308977" cy="5863428"/>
        </p:xfrm>
        <a:graphic>
          <a:graphicData uri="http://schemas.openxmlformats.org/drawingml/2006/table">
            <a:tbl>
              <a:tblPr bandCol="1">
                <a:tableStyleId>{5C22544A-7EE6-4342-B048-85BDC9FD1C3A}</a:tableStyleId>
              </a:tblPr>
              <a:tblGrid>
                <a:gridCol w="3769659">
                  <a:extLst>
                    <a:ext uri="{9D8B030D-6E8A-4147-A177-3AD203B41FA5}">
                      <a16:colId xmlns:a16="http://schemas.microsoft.com/office/drawing/2014/main" val="2100336837"/>
                    </a:ext>
                  </a:extLst>
                </a:gridCol>
                <a:gridCol w="3769659">
                  <a:extLst>
                    <a:ext uri="{9D8B030D-6E8A-4147-A177-3AD203B41FA5}">
                      <a16:colId xmlns:a16="http://schemas.microsoft.com/office/drawing/2014/main" val="627738320"/>
                    </a:ext>
                  </a:extLst>
                </a:gridCol>
                <a:gridCol w="3769659">
                  <a:extLst>
                    <a:ext uri="{9D8B030D-6E8A-4147-A177-3AD203B41FA5}">
                      <a16:colId xmlns:a16="http://schemas.microsoft.com/office/drawing/2014/main" val="3029305672"/>
                    </a:ext>
                  </a:extLst>
                </a:gridCol>
              </a:tblGrid>
              <a:tr h="2804248">
                <a:tc>
                  <a:txBody>
                    <a:bodyPr/>
                    <a:lstStyle/>
                    <a:p>
                      <a:r>
                        <a:rPr lang="en-US" b="1" dirty="0"/>
                        <a:t> </a:t>
                      </a:r>
                      <a:r>
                        <a:rPr lang="en-US" sz="2400" b="1" dirty="0"/>
                        <a:t>Problem Statement</a:t>
                      </a:r>
                    </a:p>
                    <a:p>
                      <a:pPr marL="342900" indent="-342900">
                        <a:buFont typeface="+mj-lt"/>
                        <a:buAutoNum type="arabicPeriod"/>
                      </a:pPr>
                      <a:r>
                        <a:rPr lang="en-US" sz="1600" dirty="0"/>
                        <a:t>Delayed emergency response</a:t>
                      </a:r>
                    </a:p>
                    <a:p>
                      <a:pPr marL="342900" indent="-342900">
                        <a:buFont typeface="+mj-lt"/>
                        <a:buAutoNum type="arabicPeriod"/>
                      </a:pPr>
                      <a:r>
                        <a:rPr lang="en-US" sz="1600" dirty="0"/>
                        <a:t>Poor coordination between stakeholders</a:t>
                      </a:r>
                    </a:p>
                    <a:p>
                      <a:pPr marL="342900" indent="-342900">
                        <a:buFont typeface="+mj-lt"/>
                        <a:buAutoNum type="arabicPeriod"/>
                      </a:pPr>
                      <a:r>
                        <a:rPr lang="en-US" sz="1600" dirty="0"/>
                        <a:t>Lack of real-time medicine availability</a:t>
                      </a:r>
                    </a:p>
                    <a:p>
                      <a:pPr marL="342900" indent="-342900">
                        <a:buFont typeface="+mj-lt"/>
                        <a:buAutoNum type="arabicPeriod"/>
                      </a:pPr>
                      <a:r>
                        <a:rPr lang="en-US" sz="1600" dirty="0"/>
                        <a:t>Limited AI-based diagnosis support</a:t>
                      </a:r>
                    </a:p>
                    <a:p>
                      <a:pPr marL="342900" indent="-342900">
                        <a:buFont typeface="+mj-lt"/>
                        <a:buAutoNum type="arabicPeriod"/>
                      </a:pPr>
                      <a:r>
                        <a:rPr lang="en-US" sz="1600" dirty="0"/>
                        <a:t>Data security concerns</a:t>
                      </a:r>
                    </a:p>
                    <a:p>
                      <a:endParaRPr lang="en-US" dirty="0"/>
                    </a:p>
                  </a:txBody>
                  <a:tcPr/>
                </a:tc>
                <a:tc>
                  <a:txBody>
                    <a:bodyPr/>
                    <a:lstStyle/>
                    <a:p>
                      <a:r>
                        <a:rPr lang="en-US" sz="2400" b="1" dirty="0"/>
                        <a:t>Objectives</a:t>
                      </a:r>
                    </a:p>
                    <a:p>
                      <a:pPr marL="342900" indent="-342900">
                        <a:buFont typeface="+mj-lt"/>
                        <a:buAutoNum type="arabicPeriod"/>
                      </a:pPr>
                      <a:r>
                        <a:rPr lang="en-US" sz="1600" dirty="0"/>
                        <a:t>Develop </a:t>
                      </a:r>
                      <a:r>
                        <a:rPr lang="en-US" sz="1600" b="1" dirty="0"/>
                        <a:t>AI symptom checker</a:t>
                      </a:r>
                      <a:endParaRPr lang="en-US" sz="1600" dirty="0"/>
                    </a:p>
                    <a:p>
                      <a:pPr marL="342900" indent="-342900">
                        <a:buFont typeface="+mj-lt"/>
                        <a:buAutoNum type="arabicPeriod"/>
                      </a:pPr>
                      <a:r>
                        <a:rPr lang="en-US" sz="1600" dirty="0"/>
                        <a:t>Implement </a:t>
                      </a:r>
                      <a:r>
                        <a:rPr lang="en-US" sz="1600" b="1" dirty="0"/>
                        <a:t>SOS emergency alert system</a:t>
                      </a:r>
                      <a:endParaRPr lang="en-US" sz="1600" dirty="0"/>
                    </a:p>
                    <a:p>
                      <a:pPr marL="342900" indent="-342900">
                        <a:buFont typeface="+mj-lt"/>
                        <a:buAutoNum type="arabicPeriod"/>
                      </a:pPr>
                      <a:r>
                        <a:rPr lang="en-US" sz="1600" dirty="0"/>
                        <a:t>Enable </a:t>
                      </a:r>
                      <a:r>
                        <a:rPr lang="en-US" sz="1600" b="1" dirty="0"/>
                        <a:t>real-time clinic &amp; pharmacy connectivity</a:t>
                      </a:r>
                      <a:endParaRPr lang="en-US" sz="1600" dirty="0"/>
                    </a:p>
                    <a:p>
                      <a:pPr marL="342900" indent="-342900">
                        <a:buFont typeface="+mj-lt"/>
                        <a:buAutoNum type="arabicPeriod"/>
                      </a:pPr>
                      <a:r>
                        <a:rPr lang="en-US" sz="1600" dirty="0"/>
                        <a:t>Ensure </a:t>
                      </a:r>
                      <a:r>
                        <a:rPr lang="en-US" sz="1600" b="1" dirty="0"/>
                        <a:t>secure patient data sharing</a:t>
                      </a:r>
                      <a:endParaRPr lang="en-US" sz="1600" dirty="0"/>
                    </a:p>
                    <a:p>
                      <a:pPr marL="342900" indent="-342900">
                        <a:buFont typeface="+mj-lt"/>
                        <a:buAutoNum type="arabicPeriod"/>
                      </a:pPr>
                      <a:r>
                        <a:rPr lang="en-US" sz="1600" dirty="0"/>
                        <a:t>Reduce emergency response time</a:t>
                      </a:r>
                    </a:p>
                    <a:p>
                      <a:endParaRPr lang="en-US" dirty="0"/>
                    </a:p>
                  </a:txBody>
                  <a:tcPr/>
                </a:tc>
                <a:tc>
                  <a:txBody>
                    <a:bodyPr/>
                    <a:lstStyle/>
                    <a:p>
                      <a:r>
                        <a:rPr lang="en-US" sz="2400" b="1" dirty="0"/>
                        <a:t>Proposed System</a:t>
                      </a:r>
                    </a:p>
                    <a:p>
                      <a:pPr marL="342900" indent="-342900">
                        <a:buFont typeface="+mj-lt"/>
                        <a:buAutoNum type="arabicPeriod"/>
                      </a:pPr>
                      <a:r>
                        <a:rPr lang="en-US" sz="1600" b="1" dirty="0"/>
                        <a:t>AI Symptom Checker</a:t>
                      </a:r>
                      <a:r>
                        <a:rPr lang="en-US" sz="1600" dirty="0"/>
                        <a:t> (NLP-based analysis)</a:t>
                      </a:r>
                    </a:p>
                    <a:p>
                      <a:pPr marL="342900" indent="-342900">
                        <a:buFont typeface="+mj-lt"/>
                        <a:buAutoNum type="arabicPeriod"/>
                      </a:pPr>
                      <a:r>
                        <a:rPr lang="en-US" sz="1600" b="1" dirty="0"/>
                        <a:t>SOS Emergency System</a:t>
                      </a:r>
                      <a:r>
                        <a:rPr lang="en-US" sz="1600" dirty="0"/>
                        <a:t> (real-time alerts &amp; location tracking)</a:t>
                      </a:r>
                    </a:p>
                    <a:p>
                      <a:pPr marL="342900" indent="-342900">
                        <a:buFont typeface="+mj-lt"/>
                        <a:buAutoNum type="arabicPeriod"/>
                      </a:pPr>
                      <a:r>
                        <a:rPr lang="en-US" sz="1600" b="1" dirty="0"/>
                        <a:t>Healthcare Network</a:t>
                      </a:r>
                      <a:r>
                        <a:rPr lang="en-US" sz="1600" dirty="0"/>
                        <a:t> (nearest clinics &amp; pharmacies)</a:t>
                      </a:r>
                    </a:p>
                    <a:p>
                      <a:pPr marL="342900" indent="-342900">
                        <a:buFont typeface="+mj-lt"/>
                        <a:buAutoNum type="arabicPeriod"/>
                      </a:pPr>
                      <a:r>
                        <a:rPr lang="en-US" sz="1600" b="1" dirty="0"/>
                        <a:t>Role-based dashboards</a:t>
                      </a:r>
                      <a:r>
                        <a:rPr lang="en-US" sz="1600" dirty="0"/>
                        <a:t> (Patient, Doctor, Admin, Pharmacy)</a:t>
                      </a:r>
                    </a:p>
                    <a:p>
                      <a:endParaRPr lang="en-US" dirty="0"/>
                    </a:p>
                  </a:txBody>
                  <a:tcPr/>
                </a:tc>
                <a:extLst>
                  <a:ext uri="{0D108BD9-81ED-4DB2-BD59-A6C34878D82A}">
                    <a16:rowId xmlns:a16="http://schemas.microsoft.com/office/drawing/2014/main" val="1529629270"/>
                  </a:ext>
                </a:extLst>
              </a:tr>
              <a:tr h="3059180">
                <a:tc>
                  <a:txBody>
                    <a:bodyPr/>
                    <a:lstStyle/>
                    <a:p>
                      <a:r>
                        <a:rPr lang="en-US" sz="2400" b="1" dirty="0"/>
                        <a:t>Technology Stack</a:t>
                      </a:r>
                    </a:p>
                    <a:p>
                      <a:pPr marL="342900" indent="-342900">
                        <a:buFont typeface="+mj-lt"/>
                        <a:buAutoNum type="arabicPeriod"/>
                      </a:pPr>
                      <a:r>
                        <a:rPr lang="en-US" sz="1600" b="1" dirty="0"/>
                        <a:t>Frontend:</a:t>
                      </a:r>
                      <a:r>
                        <a:rPr lang="en-US" sz="1600" dirty="0"/>
                        <a:t> React / Flutter</a:t>
                      </a:r>
                    </a:p>
                    <a:p>
                      <a:pPr marL="342900" indent="-342900">
                        <a:buFont typeface="+mj-lt"/>
                        <a:buAutoNum type="arabicPeriod"/>
                      </a:pPr>
                      <a:r>
                        <a:rPr lang="en-US" sz="1600" b="1" dirty="0"/>
                        <a:t>Backend:</a:t>
                      </a:r>
                      <a:r>
                        <a:rPr lang="en-US" sz="1600" dirty="0"/>
                        <a:t> Node.js / Django</a:t>
                      </a:r>
                    </a:p>
                    <a:p>
                      <a:pPr marL="342900" indent="-342900">
                        <a:buFont typeface="+mj-lt"/>
                        <a:buAutoNum type="arabicPeriod"/>
                      </a:pPr>
                      <a:r>
                        <a:rPr lang="en-US" sz="1600" b="1" dirty="0"/>
                        <a:t>Database:</a:t>
                      </a:r>
                      <a:r>
                        <a:rPr lang="en-US" sz="1600" dirty="0"/>
                        <a:t> MySQL / Firebase</a:t>
                      </a:r>
                    </a:p>
                    <a:p>
                      <a:pPr marL="342900" indent="-342900">
                        <a:buFont typeface="+mj-lt"/>
                        <a:buAutoNum type="arabicPeriod"/>
                      </a:pPr>
                      <a:r>
                        <a:rPr lang="en-US" sz="1600" b="1" dirty="0"/>
                        <a:t>AI:</a:t>
                      </a:r>
                      <a:r>
                        <a:rPr lang="en-US" sz="1600" dirty="0"/>
                        <a:t> Python (ML/NLP, TensorFlow/</a:t>
                      </a:r>
                      <a:r>
                        <a:rPr lang="en-US" sz="1600" dirty="0" err="1"/>
                        <a:t>PyTorch</a:t>
                      </a:r>
                      <a:r>
                        <a:rPr lang="en-US" sz="1600" dirty="0"/>
                        <a:t>)</a:t>
                      </a:r>
                    </a:p>
                    <a:p>
                      <a:pPr marL="342900" indent="-342900">
                        <a:buFont typeface="+mj-lt"/>
                        <a:buAutoNum type="arabicPeriod"/>
                      </a:pPr>
                      <a:r>
                        <a:rPr lang="en-US" sz="1600" b="1" dirty="0"/>
                        <a:t>Infrastructure:</a:t>
                      </a:r>
                      <a:r>
                        <a:rPr lang="en-US" sz="1600" dirty="0"/>
                        <a:t> Docker, Microservices</a:t>
                      </a:r>
                    </a:p>
                    <a:p>
                      <a:pPr marL="342900" indent="-342900">
                        <a:buFont typeface="+mj-lt"/>
                        <a:buAutoNum type="arabicPeriod"/>
                      </a:pPr>
                      <a:r>
                        <a:rPr lang="en-US" sz="1600" b="1" dirty="0"/>
                        <a:t>Security:</a:t>
                      </a:r>
                      <a:r>
                        <a:rPr lang="en-US" sz="1600" dirty="0"/>
                        <a:t> JWT, OAuth, AES-256 Encryption</a:t>
                      </a:r>
                    </a:p>
                    <a:p>
                      <a:endParaRPr lang="en-US" dirty="0"/>
                    </a:p>
                  </a:txBody>
                  <a:tcPr/>
                </a:tc>
                <a:tc>
                  <a:txBody>
                    <a:bodyPr/>
                    <a:lstStyle/>
                    <a:p>
                      <a:r>
                        <a:rPr lang="en-US" sz="2400" b="1" dirty="0"/>
                        <a:t>Methodology</a:t>
                      </a:r>
                    </a:p>
                    <a:p>
                      <a:pPr marL="342900" indent="-342900">
                        <a:buFont typeface="+mj-lt"/>
                        <a:buAutoNum type="arabicPeriod"/>
                      </a:pPr>
                      <a:r>
                        <a:rPr lang="en-US" sz="1600" dirty="0"/>
                        <a:t>User enters symptoms</a:t>
                      </a:r>
                    </a:p>
                    <a:p>
                      <a:pPr marL="342900" indent="-342900">
                        <a:buFont typeface="+mj-lt"/>
                        <a:buAutoNum type="arabicPeriod"/>
                      </a:pPr>
                      <a:r>
                        <a:rPr lang="en-US" sz="1600" dirty="0"/>
                        <a:t>AI analyzes and suggests possible conditions</a:t>
                      </a:r>
                    </a:p>
                    <a:p>
                      <a:pPr marL="342900" indent="-342900">
                        <a:buFont typeface="+mj-lt"/>
                        <a:buAutoNum type="arabicPeriod"/>
                      </a:pPr>
                      <a:r>
                        <a:rPr lang="en-US" sz="1600" dirty="0"/>
                        <a:t>In emergencies → SOS alert triggered</a:t>
                      </a:r>
                    </a:p>
                    <a:p>
                      <a:pPr marL="342900" indent="-342900">
                        <a:buFont typeface="+mj-lt"/>
                        <a:buAutoNum type="arabicPeriod"/>
                      </a:pPr>
                      <a:r>
                        <a:rPr lang="en-US" sz="1600" dirty="0"/>
                        <a:t>Nearby clinics/pharmacies notified</a:t>
                      </a:r>
                    </a:p>
                    <a:p>
                      <a:pPr marL="342900" indent="-342900">
                        <a:buFont typeface="+mj-lt"/>
                        <a:buAutoNum type="arabicPeriod"/>
                      </a:pPr>
                      <a:r>
                        <a:rPr lang="en-US" sz="1600" dirty="0"/>
                        <a:t>Secure data shared for treatment</a:t>
                      </a:r>
                    </a:p>
                    <a:p>
                      <a:endParaRPr lang="en-US" dirty="0"/>
                    </a:p>
                  </a:txBody>
                  <a:tcPr/>
                </a:tc>
                <a:tc>
                  <a:txBody>
                    <a:bodyPr/>
                    <a:lstStyle/>
                    <a:p>
                      <a:r>
                        <a:rPr lang="en-US" sz="2400" b="1" dirty="0"/>
                        <a:t>Conclusion</a:t>
                      </a:r>
                    </a:p>
                    <a:p>
                      <a:r>
                        <a:rPr lang="en-US" dirty="0" err="1"/>
                        <a:t>HealthLink</a:t>
                      </a:r>
                      <a:r>
                        <a:rPr lang="en-US" dirty="0"/>
                        <a:t> provides a </a:t>
                      </a:r>
                      <a:r>
                        <a:rPr lang="en-US" b="1" dirty="0"/>
                        <a:t>smart, fast, and secure healthcare solution</a:t>
                      </a:r>
                      <a:r>
                        <a:rPr lang="en-US" dirty="0"/>
                        <a:t> by combining AI diagnosis with real-time emergency response. It improves accessibility, reduces delays, and enhances patient care.</a:t>
                      </a:r>
                    </a:p>
                    <a:p>
                      <a:endParaRPr lang="en-US" dirty="0"/>
                    </a:p>
                  </a:txBody>
                  <a:tcPr/>
                </a:tc>
                <a:extLst>
                  <a:ext uri="{0D108BD9-81ED-4DB2-BD59-A6C34878D82A}">
                    <a16:rowId xmlns:a16="http://schemas.microsoft.com/office/drawing/2014/main" val="4164608678"/>
                  </a:ext>
                </a:extLst>
              </a:tr>
            </a:tbl>
          </a:graphicData>
        </a:graphic>
      </p:graphicFrame>
    </p:spTree>
    <p:extLst>
      <p:ext uri="{BB962C8B-B14F-4D97-AF65-F5344CB8AC3E}">
        <p14:creationId xmlns:p14="http://schemas.microsoft.com/office/powerpoint/2010/main" val="126544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BEE58-18C9-8825-5DFC-1B66F5B8A269}"/>
              </a:ext>
            </a:extLst>
          </p:cNvPr>
          <p:cNvSpPr>
            <a:spLocks noGrp="1"/>
          </p:cNvSpPr>
          <p:nvPr>
            <p:ph type="title"/>
          </p:nvPr>
        </p:nvSpPr>
        <p:spPr>
          <a:xfrm>
            <a:off x="838200" y="365125"/>
            <a:ext cx="10515600" cy="6104501"/>
          </a:xfrm>
        </p:spPr>
        <p:txBody>
          <a:bodyPr>
            <a:normAutofit/>
          </a:bodyPr>
          <a:lstStyle/>
          <a:p>
            <a:pPr algn="ctr"/>
            <a:r>
              <a:rPr lang="en-US" sz="6000" dirty="0">
                <a:latin typeface="Sitka Text Semibold" pitchFamily="2" charset="0"/>
              </a:rPr>
              <a:t>Thank You</a:t>
            </a:r>
          </a:p>
        </p:txBody>
      </p:sp>
      <p:sp>
        <p:nvSpPr>
          <p:cNvPr id="4" name="Rectangle 3">
            <a:extLst>
              <a:ext uri="{FF2B5EF4-FFF2-40B4-BE49-F238E27FC236}">
                <a16:creationId xmlns:a16="http://schemas.microsoft.com/office/drawing/2014/main" id="{6B81A366-9A3E-DF1B-8699-FB738DD5D55B}"/>
              </a:ext>
            </a:extLst>
          </p:cNvPr>
          <p:cNvSpPr/>
          <p:nvPr/>
        </p:nvSpPr>
        <p:spPr>
          <a:xfrm>
            <a:off x="228600" y="-13446"/>
            <a:ext cx="537882" cy="584397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4886833-A5A3-A6F8-8C68-62F286A7151B}"/>
              </a:ext>
            </a:extLst>
          </p:cNvPr>
          <p:cNvSpPr/>
          <p:nvPr/>
        </p:nvSpPr>
        <p:spPr>
          <a:xfrm>
            <a:off x="213856" y="5909186"/>
            <a:ext cx="552626" cy="20647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5272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682</TotalTime>
  <Words>2527</Words>
  <Application>Microsoft Office PowerPoint</Application>
  <PresentationFormat>Widescreen</PresentationFormat>
  <Paragraphs>282</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Bahnschrift</vt:lpstr>
      <vt:lpstr>Calibri</vt:lpstr>
      <vt:lpstr>Sitka Text Semibold</vt:lpstr>
      <vt:lpstr>Office Theme</vt:lpstr>
      <vt:lpstr>AI Healthcare Consultancy App : Health-Link</vt:lpstr>
      <vt:lpstr>AI Healthcare Consistency App  </vt:lpstr>
      <vt:lpstr>INTRODUCTION </vt:lpstr>
      <vt:lpstr>PROBLEM STATEMENT</vt:lpstr>
      <vt:lpstr>OBJECTIVES </vt:lpstr>
      <vt:lpstr>REQUIREMENTS </vt:lpstr>
      <vt:lpstr>Domain Analysis AI Healthcare Consistency &amp; Emergency Response System Healthcare Technology (HealthTech) – Emergency &amp; Smart Care Systems</vt:lpstr>
      <vt:lpstr>PowerPoint Presentation</vt:lpstr>
      <vt:lpstr>Technology Stack</vt:lpstr>
      <vt:lpstr>LITERATURE REVIEW –  Gurinder</vt:lpstr>
      <vt:lpstr>LITERATURE REVIEW –  Rishi</vt:lpstr>
      <vt:lpstr>LITERATURE REVIEW – Jatin Guleria</vt:lpstr>
      <vt:lpstr>LITERATURE REVIEW –  Shantanu</vt:lpstr>
      <vt:lpstr>Key Insights from Research</vt:lpstr>
      <vt:lpstr>AI-Based Healthcare Consistency System (HealthLink)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Shantanu</dc:creator>
  <cp:lastModifiedBy>Rishi Kumar</cp:lastModifiedBy>
  <cp:revision>18</cp:revision>
  <dcterms:created xsi:type="dcterms:W3CDTF">2026-02-15T19:21:02Z</dcterms:created>
  <dcterms:modified xsi:type="dcterms:W3CDTF">2026-03-19T20:05:25Z</dcterms:modified>
</cp:coreProperties>
</file>